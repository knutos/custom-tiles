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2e92f183-11ed-6aab-9b99-3266eb022818}">
          <p14:sldIdLst>
            <p14:sldId id="256"/>
            <p14:sldId id="257"/>
          </p14:sldIdLst>
        </p14:section>
        <p14:section name="Funksjoner" id="{b3207941-13f0-67e9-bfca-204c7b27678a}">
          <p14:sldIdLst>
            <p14:sldId id="258"/>
            <p14:sldId id="259"/>
            <p14:sldId id="260"/>
            <p14:sldId id="261"/>
            <p14:sldId id="262"/>
            <p14:sldId id="263"/>
            <p14:sldId id="264"/>
            <p14:sldId id="265"/>
            <p14:sldId id="266"/>
            <p14:sldId id="267"/>
          </p14:sldIdLst>
        </p14:section>
        <p14:section name="Teknikk" id="{39a5630b-3ebb-b7c3-fcd0-2f372f0d3de3}">
          <p14:sldIdLst>
            <p14:sldId id="268"/>
            <p14:sldId id="269"/>
            <p14:sldId id="270"/>
          </p14:sldIdLst>
        </p14:section>
        <p14:section name="Avslutning" id="{273ff730-7987-d31d-3495-08d8b9be8c5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Takk for oppmerksomheten. Spørsmål?</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v1.50.0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1.50.0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etapper</a:t>
            </a:r>
            <a:endParaRPr lang="en-US" sz="1700" dirty="0"/>
          </a:p>
          <a:p>
            <a:pPr indent="0" marL="0">
              <a:spcAft>
                <a:spcPts val="200"/>
              </a:spcAft>
              <a:buNone/>
            </a:pPr>
            <a:r>
              <a:rPr lang="en-US" sz="1400" dirty="0">
                <a:solidFill>
                  <a:schemeClr val="accent4"/>
                </a:solidFill>
              </a:rPr>
              <a:t>Flytt stopp, sorter etter nærmeste og se avstand og retning for hver etappe</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Se hele ruten på kartet og i en tabell – last ned som GPX med Garmin-symboler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6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2026-10-28T00:22:54Z</dcterms:created>
  <dcterms:modified xsi:type="dcterms:W3CDTF">2026-10-28T00:22:54Z</dcterms:modified>
</cp:coreProperties>
</file>