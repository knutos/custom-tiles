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a41f9666-53b0-45b7-9a1f-1330a12729f7}">
          <p14:sldIdLst>
            <p14:sldId id="256"/>
            <p14:sldId id="257"/>
          </p14:sldIdLst>
        </p14:section>
        <p14:section name="Funksjoner" id="{dddb27b0-7981-eec3-2c08-2df4894e6684}">
          <p14:sldIdLst>
            <p14:sldId id="258"/>
            <p14:sldId id="259"/>
            <p14:sldId id="260"/>
            <p14:sldId id="261"/>
            <p14:sldId id="262"/>
            <p14:sldId id="263"/>
            <p14:sldId id="264"/>
            <p14:sldId id="265"/>
            <p14:sldId id="266"/>
            <p14:sldId id="267"/>
            <p14:sldId id="268"/>
          </p14:sldIdLst>
        </p14:section>
        <p14:section name="Teknikk" id="{80f792c7-b381-1e5d-4cbc-b7437e7ff8c6}">
          <p14:sldIdLst>
            <p14:sldId id="269"/>
            <p14:sldId id="270"/>
            <p14:sldId id="271"/>
          </p14:sldIdLst>
        </p14:section>
        <p14:section name="Avslutning" id="{c0e61634-44fa-6df7-32b7-70129fbb847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 Løste cacher du ikke har funnet får et lite typeikon nede til høyre på nettstedets «løst»-ikon, siden det ikke viser cachetypen. Kartlagpanelet, søket og innstillingene åpnes der du sist dro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v1.54.47</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1.54.47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63083" y="548640"/>
            <a:ext cx="251421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31676" y="1527048"/>
            <a:ext cx="199939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 et lite typeikon viser cachetypen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2026-10-30T13:38:41Z</dcterms:created>
  <dcterms:modified xsi:type="dcterms:W3CDTF">2026-10-30T13:38:41Z</dcterms:modified>
</cp:coreProperties>
</file>