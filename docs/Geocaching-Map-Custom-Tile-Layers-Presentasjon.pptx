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afe012cc-5125-aa5a-d26e-e4d33cdad08c}">
          <p14:sldIdLst>
            <p14:sldId id="256"/>
            <p14:sldId id="257"/>
          </p14:sldIdLst>
        </p14:section>
        <p14:section name="Funksjoner" id="{f5410c82-7361-9d41-d802-bb06702bd659}">
          <p14:sldIdLst>
            <p14:sldId id="258"/>
            <p14:sldId id="259"/>
            <p14:sldId id="260"/>
            <p14:sldId id="261"/>
            <p14:sldId id="262"/>
            <p14:sldId id="263"/>
            <p14:sldId id="264"/>
            <p14:sldId id="265"/>
            <p14:sldId id="266"/>
            <p14:sldId id="267"/>
            <p14:sldId id="268"/>
          </p14:sldIdLst>
        </p14:section>
        <p14:section name="Teknikk" id="{e4a7748f-beec-26bd-6657-9da07441a77f}">
          <p14:sldIdLst>
            <p14:sldId id="269"/>
            <p14:sldId id="270"/>
            <p14:sldId id="271"/>
          </p14:sldIdLst>
        </p14:section>
        <p14:section name="Avslutning" id="{26d81afa-8866-12e2-8814-9a78c45fba6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v1.54.26</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1.54.26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2026-10-29T08:46:09Z</dcterms:created>
  <dcterms:modified xsi:type="dcterms:W3CDTF">2026-10-29T08:46:09Z</dcterms:modified>
</cp:coreProperties>
</file>