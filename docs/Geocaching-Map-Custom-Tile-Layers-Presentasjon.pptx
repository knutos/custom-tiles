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8a699bff-e02a-219f-1bb2-d0929e28021a}">
          <p14:sldIdLst>
            <p14:sldId id="256"/>
            <p14:sldId id="257"/>
          </p14:sldIdLst>
        </p14:section>
        <p14:section name="Funksjoner" id="{cbef5b9a-ad0b-c82f-4a40-645a2893c4f9}">
          <p14:sldIdLst>
            <p14:sldId id="258"/>
            <p14:sldId id="259"/>
            <p14:sldId id="260"/>
            <p14:sldId id="261"/>
            <p14:sldId id="262"/>
            <p14:sldId id="263"/>
            <p14:sldId id="264"/>
            <p14:sldId id="265"/>
            <p14:sldId id="266"/>
          </p14:sldIdLst>
        </p14:section>
        <p14:section name="Teknikk" id="{1677caf1-c50f-6121-4915-d32a830833f8}">
          <p14:sldIdLst>
            <p14:sldId id="267"/>
            <p14:sldId id="268"/>
            <p14:sldId id="269"/>
          </p14:sldIdLst>
        </p14:section>
        <p14:section name="Avslutning" id="{6b80d537-c68b-7710-6ffa-de399115a460}">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Takk for oppmerksomheten. Spørsmål?</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v1.42.1</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1.42.1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43092" y="548640"/>
            <a:ext cx="263420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Rent kart og cachesider"/>
          <p:cNvSpPr/>
          <p:nvPr/>
        </p:nvSpPr>
        <p:spPr>
          <a:xfrm>
            <a:off x="8158277" y="3931920"/>
            <a:ext cx="3484778" cy="2240280"/>
          </a:xfrm>
          <a:prstGeom prst="roundRect">
            <a:avLst>
              <a:gd name="adj" fmla="val 4898"/>
            </a:avLst>
          </a:prstGeom>
          <a:solidFill>
            <a:schemeClr val="bg2"/>
          </a:solidFill>
          <a:ln/>
        </p:spPr>
      </p:sp>
      <p:sp>
        <p:nvSpPr>
          <p:cNvPr id="12024" name="Ikon eyeoff sirkel"/>
          <p:cNvSpPr/>
          <p:nvPr/>
        </p:nvSpPr>
        <p:spPr>
          <a:xfrm>
            <a:off x="8478317" y="4251960"/>
            <a:ext cx="566928" cy="566928"/>
          </a:xfrm>
          <a:prstGeom prst="ellipse">
            <a:avLst/>
          </a:prstGeom>
          <a:solidFill>
            <a:schemeClr val="accent1"/>
          </a:solidFill>
          <a:ln/>
        </p:spPr>
      </p:sp>
      <p:pic>
        <p:nvPicPr>
          <p:cNvPr id="12025" name="Ikon eyeoff" descr="eyeoff">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Rent kart og cachesider</a:t>
            </a:r>
            <a:endParaRPr lang="en-US" sz="1900" dirty="0"/>
          </a:p>
          <a:p>
            <a:pPr indent="0" marL="0">
              <a:spcAft>
                <a:spcPts val="400"/>
              </a:spcAft>
              <a:buNone/>
            </a:pPr>
            <a:r>
              <a:rPr lang="en-US" sz="1400" dirty="0">
                <a:solidFill>
                  <a:schemeClr val="accent4"/>
                </a:solidFill>
              </a:rPr>
              <a:t>Skjul alle geocacher med ett klikk. Valgt kart vises også på cachesidene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095260" y="1572768"/>
            <a:ext cx="369801"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83966" y="1527048"/>
            <a:ext cx="209481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0003" name="Ikon circles sirkel"/>
          <p:cNvSpPr/>
          <p:nvPr/>
        </p:nvSpPr>
        <p:spPr>
          <a:xfrm>
            <a:off x="548640" y="1499616"/>
            <a:ext cx="512064" cy="512064"/>
          </a:xfrm>
          <a:prstGeom prst="ellipse">
            <a:avLst/>
          </a:prstGeom>
          <a:solidFill>
            <a:schemeClr val="accent1"/>
          </a:solidFill>
          <a:ln/>
        </p:spPr>
      </p:sp>
      <p:pic>
        <p:nvPicPr>
          <p:cNvPr id="20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0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0006" name="Ikon check sirkel"/>
          <p:cNvSpPr/>
          <p:nvPr/>
        </p:nvSpPr>
        <p:spPr>
          <a:xfrm>
            <a:off x="548640" y="2642616"/>
            <a:ext cx="512064" cy="512064"/>
          </a:xfrm>
          <a:prstGeom prst="ellipse">
            <a:avLst/>
          </a:prstGeom>
          <a:solidFill>
            <a:schemeClr val="accent1"/>
          </a:solidFill>
          <a:ln/>
        </p:spPr>
      </p:sp>
      <p:pic>
        <p:nvPicPr>
          <p:cNvPr id="20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0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0009" name="Ikon pin sirkel"/>
          <p:cNvSpPr/>
          <p:nvPr/>
        </p:nvSpPr>
        <p:spPr>
          <a:xfrm>
            <a:off x="548640" y="3785616"/>
            <a:ext cx="512064" cy="512064"/>
          </a:xfrm>
          <a:prstGeom prst="ellipse">
            <a:avLst/>
          </a:prstGeom>
          <a:solidFill>
            <a:schemeClr val="accent1"/>
          </a:solidFill>
          <a:ln/>
        </p:spPr>
      </p:sp>
      <p:pic>
        <p:nvPicPr>
          <p:cNvPr id="20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0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0012" name="Ikon ring sirkel"/>
          <p:cNvSpPr/>
          <p:nvPr/>
        </p:nvSpPr>
        <p:spPr>
          <a:xfrm>
            <a:off x="548640" y="4928616"/>
            <a:ext cx="512064" cy="512064"/>
          </a:xfrm>
          <a:prstGeom prst="ellipse">
            <a:avLst/>
          </a:prstGeom>
          <a:solidFill>
            <a:schemeClr val="accent1"/>
          </a:solidFill>
          <a:ln/>
        </p:spPr>
      </p:sp>
      <p:pic>
        <p:nvPicPr>
          <p:cNvPr id="20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0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0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0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0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0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1003" name="Kort 161 m-sirkler"/>
          <p:cNvSpPr/>
          <p:nvPr/>
        </p:nvSpPr>
        <p:spPr>
          <a:xfrm>
            <a:off x="548640" y="1508760"/>
            <a:ext cx="3484778" cy="4206240"/>
          </a:xfrm>
          <a:prstGeom prst="roundRect">
            <a:avLst>
              <a:gd name="adj" fmla="val 3149"/>
            </a:avLst>
          </a:prstGeom>
          <a:solidFill>
            <a:schemeClr val="bg2"/>
          </a:solidFill>
          <a:ln/>
        </p:spPr>
      </p:sp>
      <p:sp>
        <p:nvSpPr>
          <p:cNvPr id="21004" name="Ikon circles sirkel"/>
          <p:cNvSpPr/>
          <p:nvPr/>
        </p:nvSpPr>
        <p:spPr>
          <a:xfrm>
            <a:off x="914400" y="1920240"/>
            <a:ext cx="822960" cy="822960"/>
          </a:xfrm>
          <a:prstGeom prst="ellipse">
            <a:avLst/>
          </a:prstGeom>
          <a:solidFill>
            <a:schemeClr val="accent1"/>
          </a:solidFill>
          <a:ln/>
        </p:spPr>
      </p:sp>
      <p:pic>
        <p:nvPicPr>
          <p:cNvPr id="21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1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1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1008" name="Kort Cachesider"/>
          <p:cNvSpPr/>
          <p:nvPr/>
        </p:nvSpPr>
        <p:spPr>
          <a:xfrm>
            <a:off x="4353458" y="1508760"/>
            <a:ext cx="3484778" cy="4206240"/>
          </a:xfrm>
          <a:prstGeom prst="roundRect">
            <a:avLst>
              <a:gd name="adj" fmla="val 3149"/>
            </a:avLst>
          </a:prstGeom>
          <a:solidFill>
            <a:schemeClr val="bg2"/>
          </a:solidFill>
          <a:ln/>
        </p:spPr>
      </p:sp>
      <p:sp>
        <p:nvSpPr>
          <p:cNvPr id="21009" name="Ikon layers sirkel"/>
          <p:cNvSpPr/>
          <p:nvPr/>
        </p:nvSpPr>
        <p:spPr>
          <a:xfrm>
            <a:off x="4719218" y="1920240"/>
            <a:ext cx="822960" cy="822960"/>
          </a:xfrm>
          <a:prstGeom prst="ellipse">
            <a:avLst/>
          </a:prstGeom>
          <a:solidFill>
            <a:schemeClr val="accent1"/>
          </a:solidFill>
          <a:ln/>
        </p:spPr>
      </p:sp>
      <p:pic>
        <p:nvPicPr>
          <p:cNvPr id="21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1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1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1013" name="Kort Hjem"/>
          <p:cNvSpPr/>
          <p:nvPr/>
        </p:nvSpPr>
        <p:spPr>
          <a:xfrm>
            <a:off x="8158277" y="1508760"/>
            <a:ext cx="3484778" cy="4206240"/>
          </a:xfrm>
          <a:prstGeom prst="roundRect">
            <a:avLst>
              <a:gd name="adj" fmla="val 3149"/>
            </a:avLst>
          </a:prstGeom>
          <a:solidFill>
            <a:schemeClr val="bg2"/>
          </a:solidFill>
          <a:ln/>
        </p:spPr>
      </p:sp>
      <p:sp>
        <p:nvSpPr>
          <p:cNvPr id="21014" name="Ikon home sirkel"/>
          <p:cNvSpPr/>
          <p:nvPr/>
        </p:nvSpPr>
        <p:spPr>
          <a:xfrm>
            <a:off x="8524037" y="1920240"/>
            <a:ext cx="822960" cy="822960"/>
          </a:xfrm>
          <a:prstGeom prst="ellipse">
            <a:avLst/>
          </a:prstGeom>
          <a:solidFill>
            <a:schemeClr val="accent1"/>
          </a:solidFill>
          <a:ln/>
        </p:spPr>
      </p:sp>
      <p:pic>
        <p:nvPicPr>
          <p:cNvPr id="21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1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1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2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2004" name="Lag Kontroller"/>
          <p:cNvSpPr/>
          <p:nvPr/>
        </p:nvSpPr>
        <p:spPr>
          <a:xfrm>
            <a:off x="548640" y="1517904"/>
            <a:ext cx="11094415" cy="384048"/>
          </a:xfrm>
          <a:prstGeom prst="roundRect">
            <a:avLst>
              <a:gd name="adj" fmla="val 16667"/>
            </a:avLst>
          </a:prstGeom>
          <a:solidFill>
            <a:schemeClr val="bg2"/>
          </a:solidFill>
          <a:ln/>
        </p:spPr>
      </p:sp>
      <p:sp>
        <p:nvSpPr>
          <p:cNvPr id="22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2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2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2008" name="Lag Bobler"/>
          <p:cNvSpPr/>
          <p:nvPr/>
        </p:nvSpPr>
        <p:spPr>
          <a:xfrm>
            <a:off x="548640" y="1947672"/>
            <a:ext cx="11094415" cy="384048"/>
          </a:xfrm>
          <a:prstGeom prst="roundRect">
            <a:avLst>
              <a:gd name="adj" fmla="val 16667"/>
            </a:avLst>
          </a:prstGeom>
          <a:solidFill>
            <a:schemeClr val="bg2"/>
          </a:solidFill>
          <a:ln/>
        </p:spPr>
      </p:sp>
      <p:sp>
        <p:nvSpPr>
          <p:cNvPr id="22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2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2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2012" name="Lag Markører"/>
          <p:cNvSpPr/>
          <p:nvPr/>
        </p:nvSpPr>
        <p:spPr>
          <a:xfrm>
            <a:off x="548640" y="2377440"/>
            <a:ext cx="11094415" cy="384048"/>
          </a:xfrm>
          <a:prstGeom prst="roundRect">
            <a:avLst>
              <a:gd name="adj" fmla="val 16667"/>
            </a:avLst>
          </a:prstGeom>
          <a:solidFill>
            <a:schemeClr val="bg2"/>
          </a:solidFill>
          <a:ln/>
        </p:spPr>
      </p:sp>
      <p:sp>
        <p:nvSpPr>
          <p:cNvPr id="22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2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2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2016" name="Lag Tegninger"/>
          <p:cNvSpPr/>
          <p:nvPr/>
        </p:nvSpPr>
        <p:spPr>
          <a:xfrm>
            <a:off x="548640" y="2807208"/>
            <a:ext cx="11094415" cy="384048"/>
          </a:xfrm>
          <a:prstGeom prst="roundRect">
            <a:avLst>
              <a:gd name="adj" fmla="val 16667"/>
            </a:avLst>
          </a:prstGeom>
          <a:solidFill>
            <a:schemeClr val="bg2"/>
          </a:solidFill>
          <a:ln/>
        </p:spPr>
      </p:sp>
      <p:sp>
        <p:nvSpPr>
          <p:cNvPr id="22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2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2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2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2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2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2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2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2025" name="Lag Forhåndsvisning"/>
          <p:cNvSpPr/>
          <p:nvPr/>
        </p:nvSpPr>
        <p:spPr>
          <a:xfrm>
            <a:off x="548640" y="4069080"/>
            <a:ext cx="11094415" cy="384048"/>
          </a:xfrm>
          <a:prstGeom prst="roundRect">
            <a:avLst>
              <a:gd name="adj" fmla="val 16667"/>
            </a:avLst>
          </a:prstGeom>
          <a:solidFill>
            <a:schemeClr val="accent3"/>
          </a:solidFill>
          <a:ln/>
        </p:spPr>
      </p:sp>
      <p:sp>
        <p:nvSpPr>
          <p:cNvPr id="22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2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2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2029" name="Lag Dine overlegg"/>
          <p:cNvSpPr/>
          <p:nvPr/>
        </p:nvSpPr>
        <p:spPr>
          <a:xfrm>
            <a:off x="548640" y="4498848"/>
            <a:ext cx="11094415" cy="384048"/>
          </a:xfrm>
          <a:prstGeom prst="roundRect">
            <a:avLst>
              <a:gd name="adj" fmla="val 16667"/>
            </a:avLst>
          </a:prstGeom>
          <a:solidFill>
            <a:schemeClr val="accent1"/>
          </a:solidFill>
          <a:ln/>
        </p:spPr>
      </p:sp>
      <p:sp>
        <p:nvSpPr>
          <p:cNvPr id="22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2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2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2033" name="Lag Ditt bakgrunnskart"/>
          <p:cNvSpPr/>
          <p:nvPr/>
        </p:nvSpPr>
        <p:spPr>
          <a:xfrm>
            <a:off x="548640" y="4928616"/>
            <a:ext cx="11094415" cy="384048"/>
          </a:xfrm>
          <a:prstGeom prst="roundRect">
            <a:avLst>
              <a:gd name="adj" fmla="val 16667"/>
            </a:avLst>
          </a:prstGeom>
          <a:solidFill>
            <a:schemeClr val="tx2"/>
          </a:solidFill>
          <a:ln/>
        </p:spPr>
      </p:sp>
      <p:sp>
        <p:nvSpPr>
          <p:cNvPr id="22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2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2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2037" name="Lag geocaching.com-kartet"/>
          <p:cNvSpPr/>
          <p:nvPr/>
        </p:nvSpPr>
        <p:spPr>
          <a:xfrm>
            <a:off x="548640" y="5358384"/>
            <a:ext cx="11094415" cy="384048"/>
          </a:xfrm>
          <a:prstGeom prst="roundRect">
            <a:avLst>
              <a:gd name="adj" fmla="val 16667"/>
            </a:avLst>
          </a:prstGeom>
          <a:solidFill>
            <a:schemeClr val="accent5"/>
          </a:solidFill>
          <a:ln/>
        </p:spPr>
      </p:sp>
      <p:sp>
        <p:nvSpPr>
          <p:cNvPr id="22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2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2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2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2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3003" name="Ikon layers sirkel"/>
          <p:cNvSpPr/>
          <p:nvPr/>
        </p:nvSpPr>
        <p:spPr>
          <a:xfrm>
            <a:off x="548640" y="1591056"/>
            <a:ext cx="512064" cy="512064"/>
          </a:xfrm>
          <a:prstGeom prst="ellipse">
            <a:avLst/>
          </a:prstGeom>
          <a:solidFill>
            <a:schemeClr val="accent1"/>
          </a:solidFill>
          <a:ln/>
        </p:spPr>
      </p:sp>
      <p:pic>
        <p:nvPicPr>
          <p:cNvPr id="23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3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3006" name="Ikon eraser sirkel"/>
          <p:cNvSpPr/>
          <p:nvPr/>
        </p:nvSpPr>
        <p:spPr>
          <a:xfrm>
            <a:off x="548640" y="2916936"/>
            <a:ext cx="512064" cy="512064"/>
          </a:xfrm>
          <a:prstGeom prst="ellipse">
            <a:avLst/>
          </a:prstGeom>
          <a:solidFill>
            <a:schemeClr val="accent1"/>
          </a:solidFill>
          <a:ln/>
        </p:spPr>
      </p:sp>
      <p:pic>
        <p:nvPicPr>
          <p:cNvPr id="23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3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3009" name="Ikon ring sirkel"/>
          <p:cNvSpPr/>
          <p:nvPr/>
        </p:nvSpPr>
        <p:spPr>
          <a:xfrm>
            <a:off x="548640" y="4242816"/>
            <a:ext cx="512064" cy="512064"/>
          </a:xfrm>
          <a:prstGeom prst="ellipse">
            <a:avLst/>
          </a:prstGeom>
          <a:solidFill>
            <a:schemeClr val="accent1"/>
          </a:solidFill>
          <a:ln/>
        </p:spPr>
      </p:sp>
      <p:pic>
        <p:nvPicPr>
          <p:cNvPr id="23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3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3012" name="Ikon locate sirkel"/>
          <p:cNvSpPr/>
          <p:nvPr/>
        </p:nvSpPr>
        <p:spPr>
          <a:xfrm>
            <a:off x="6355080" y="1591056"/>
            <a:ext cx="512064" cy="512064"/>
          </a:xfrm>
          <a:prstGeom prst="ellipse">
            <a:avLst/>
          </a:prstGeom>
          <a:solidFill>
            <a:schemeClr val="accent1"/>
          </a:solidFill>
          <a:ln/>
        </p:spPr>
      </p:sp>
      <p:pic>
        <p:nvPicPr>
          <p:cNvPr id="23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3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3015" name="Ikon check sirkel"/>
          <p:cNvSpPr/>
          <p:nvPr/>
        </p:nvSpPr>
        <p:spPr>
          <a:xfrm>
            <a:off x="6355080" y="2916936"/>
            <a:ext cx="512064" cy="512064"/>
          </a:xfrm>
          <a:prstGeom prst="ellipse">
            <a:avLst/>
          </a:prstGeom>
          <a:solidFill>
            <a:schemeClr val="accent1"/>
          </a:solidFill>
          <a:ln/>
        </p:spPr>
      </p:sp>
      <p:pic>
        <p:nvPicPr>
          <p:cNvPr id="23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3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3018" name="Ikon search sirkel"/>
          <p:cNvSpPr/>
          <p:nvPr/>
        </p:nvSpPr>
        <p:spPr>
          <a:xfrm>
            <a:off x="6355080" y="4242816"/>
            <a:ext cx="512064" cy="512064"/>
          </a:xfrm>
          <a:prstGeom prst="ellipse">
            <a:avLst/>
          </a:prstGeom>
          <a:solidFill>
            <a:schemeClr val="accent1"/>
          </a:solidFill>
          <a:ln/>
        </p:spPr>
      </p:sp>
      <p:pic>
        <p:nvPicPr>
          <p:cNvPr id="23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3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3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4003" name="Steg 1"/>
          <p:cNvSpPr/>
          <p:nvPr/>
        </p:nvSpPr>
        <p:spPr>
          <a:xfrm>
            <a:off x="548640" y="1463040"/>
            <a:ext cx="731520" cy="731520"/>
          </a:xfrm>
          <a:prstGeom prst="ellipse">
            <a:avLst/>
          </a:prstGeom>
          <a:solidFill>
            <a:schemeClr val="accent1"/>
          </a:solidFill>
          <a:ln/>
        </p:spPr>
      </p:sp>
      <p:sp>
        <p:nvSpPr>
          <p:cNvPr id="24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4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4006" name="Steg 2"/>
          <p:cNvSpPr/>
          <p:nvPr/>
        </p:nvSpPr>
        <p:spPr>
          <a:xfrm>
            <a:off x="4353458" y="1463040"/>
            <a:ext cx="731520" cy="731520"/>
          </a:xfrm>
          <a:prstGeom prst="ellipse">
            <a:avLst/>
          </a:prstGeom>
          <a:solidFill>
            <a:schemeClr val="accent1"/>
          </a:solidFill>
          <a:ln/>
        </p:spPr>
      </p:sp>
      <p:sp>
        <p:nvSpPr>
          <p:cNvPr id="24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4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4009" name="Steg 3"/>
          <p:cNvSpPr/>
          <p:nvPr/>
        </p:nvSpPr>
        <p:spPr>
          <a:xfrm>
            <a:off x="8158277" y="1463040"/>
            <a:ext cx="731520" cy="731520"/>
          </a:xfrm>
          <a:prstGeom prst="ellipse">
            <a:avLst/>
          </a:prstGeom>
          <a:solidFill>
            <a:schemeClr val="accent1"/>
          </a:solidFill>
          <a:ln/>
        </p:spPr>
      </p:sp>
      <p:sp>
        <p:nvSpPr>
          <p:cNvPr id="24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4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4012" name="Personvern"/>
          <p:cNvSpPr/>
          <p:nvPr/>
        </p:nvSpPr>
        <p:spPr>
          <a:xfrm>
            <a:off x="548640" y="3977640"/>
            <a:ext cx="11094415" cy="1783080"/>
          </a:xfrm>
          <a:prstGeom prst="roundRect">
            <a:avLst>
              <a:gd name="adj" fmla="val 6154"/>
            </a:avLst>
          </a:prstGeom>
          <a:solidFill>
            <a:schemeClr val="bg2"/>
          </a:solidFill>
          <a:ln/>
        </p:spPr>
      </p:sp>
      <p:sp>
        <p:nvSpPr>
          <p:cNvPr id="24013" name="Ikon check sirkel"/>
          <p:cNvSpPr/>
          <p:nvPr/>
        </p:nvSpPr>
        <p:spPr>
          <a:xfrm>
            <a:off x="868680" y="4251960"/>
            <a:ext cx="640080" cy="640080"/>
          </a:xfrm>
          <a:prstGeom prst="ellipse">
            <a:avLst/>
          </a:prstGeom>
          <a:solidFill>
            <a:schemeClr val="accent1"/>
          </a:solidFill>
          <a:ln/>
        </p:spPr>
      </p:sp>
      <p:pic>
        <p:nvPicPr>
          <p:cNvPr id="24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4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4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5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5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5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2026-10-24T16:27:32Z</dcterms:created>
  <dcterms:modified xsi:type="dcterms:W3CDTF">2026-10-24T16:27:32Z</dcterms:modified>
</cp:coreProperties>
</file>