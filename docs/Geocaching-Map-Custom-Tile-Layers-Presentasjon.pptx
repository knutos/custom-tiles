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809bc68a-0bcd-47e5-8916-e9c8287e0ce0}">
          <p14:sldIdLst>
            <p14:sldId id="256"/>
            <p14:sldId id="257"/>
          </p14:sldIdLst>
        </p14:section>
        <p14:section name="Funksjoner" id="{11639fc2-d133-50f3-2f66-0719410ab1c6}">
          <p14:sldIdLst>
            <p14:sldId id="258"/>
            <p14:sldId id="259"/>
            <p14:sldId id="260"/>
            <p14:sldId id="261"/>
            <p14:sldId id="262"/>
            <p14:sldId id="263"/>
            <p14:sldId id="264"/>
            <p14:sldId id="265"/>
            <p14:sldId id="266"/>
            <p14:sldId id="267"/>
            <p14:sldId id="268"/>
          </p14:sldIdLst>
        </p14:section>
        <p14:section name="Teknikk" id="{2b0b941b-33d9-23b6-29ee-d21eb20c4d0e}">
          <p14:sldIdLst>
            <p14:sldId id="269"/>
            <p14:sldId id="270"/>
            <p14:sldId id="271"/>
          </p14:sldIdLst>
        </p14:section>
        <p14:section name="Avslutning" id="{91947fc6-0f9a-a242-39ca-2393307d21b2}">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Gult smilefjes med grønn hake: en løst cache du har funnet. Blått merke med spørsmålstegn: en løst cache der ikonet ikke er på kartet. Liten blå prikk: fysisk steg. Liten grønn prikk: endelig plassering. Dine egne cacher, som cachesøket utelater, leses fra cachesidene; der beholdes nettstedets ikon og boble, men teksten ved musepekeren blir «Endelig plassering». Et lite typeikon kan vises nede til høyre på løste cacher – på nettstedets «løst»-ikon og på våre merker – siden «løst»-ikonet ikke viser cachetypen (Innstillinger, av som standard). Kartlagpanelet, søket og innstillingene åpnes der du sist dro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v1.54.53</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1.54.53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63083" y="548640"/>
            <a:ext cx="251421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31676" y="1527048"/>
            <a:ext cx="199939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 et lite typeikon kan vise cachetypen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2026-10-31T15:31:42Z</dcterms:created>
  <dcterms:modified xsi:type="dcterms:W3CDTF">2026-10-31T15:31:42Z</dcterms:modified>
</cp:coreProperties>
</file>