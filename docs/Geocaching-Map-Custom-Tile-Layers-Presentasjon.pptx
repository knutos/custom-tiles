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9bc17edf-14e2-69c1-2f53-6ee35f03784d}">
          <p14:sldIdLst>
            <p14:sldId id="256"/>
            <p14:sldId id="257"/>
          </p14:sldIdLst>
        </p14:section>
        <p14:section name="Funksjoner" id="{5a92d590-3116-469e-bfe2-5c8662a08819}">
          <p14:sldIdLst>
            <p14:sldId id="258"/>
            <p14:sldId id="259"/>
            <p14:sldId id="260"/>
            <p14:sldId id="261"/>
            <p14:sldId id="262"/>
            <p14:sldId id="263"/>
            <p14:sldId id="264"/>
            <p14:sldId id="265"/>
            <p14:sldId id="266"/>
          </p14:sldIdLst>
        </p14:section>
        <p14:section name="Teknikk" id="{1c957b44-160e-92e8-6dbb-49974bc45f3c}">
          <p14:sldIdLst>
            <p14:sldId id="267"/>
            <p14:sldId id="268"/>
            <p14:sldId id="269"/>
          </p14:sldIdLst>
        </p14:section>
        <p14:section name="Avslutning" id="{ac584423-94d4-9304-9caf-4d7e692b632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v1.41.9</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1.41.9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577163" y="548640"/>
            <a:ext cx="270013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83103" y="1572768"/>
            <a:ext cx="394115"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276856"/>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389510"/>
            <a:ext cx="286756" cy="286756"/>
          </a:xfrm>
          <a:prstGeom prst="rect">
            <a:avLst/>
          </a:prstGeom>
        </p:spPr>
      </p:pic>
      <p:sp>
        <p:nvSpPr>
          <p:cNvPr id="13010" name="Text 5"/>
          <p:cNvSpPr txBox="1"/>
          <p:nvPr/>
        </p:nvSpPr>
        <p:spPr>
          <a:xfrm>
            <a:off x="3227832" y="220370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3099816"/>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3212470"/>
            <a:ext cx="286756" cy="286756"/>
          </a:xfrm>
          <a:prstGeom prst="rect">
            <a:avLst/>
          </a:prstGeom>
        </p:spPr>
      </p:pic>
      <p:sp>
        <p:nvSpPr>
          <p:cNvPr id="13013" name="Text 7"/>
          <p:cNvSpPr txBox="1"/>
          <p:nvPr/>
        </p:nvSpPr>
        <p:spPr>
          <a:xfrm>
            <a:off x="3227832" y="302666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922776"/>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4035430"/>
            <a:ext cx="286756" cy="286756"/>
          </a:xfrm>
          <a:prstGeom prst="rect">
            <a:avLst/>
          </a:prstGeom>
        </p:spPr>
      </p:pic>
      <p:sp>
        <p:nvSpPr>
          <p:cNvPr id="13016" name="Text 9"/>
          <p:cNvSpPr txBox="1"/>
          <p:nvPr/>
        </p:nvSpPr>
        <p:spPr>
          <a:xfrm>
            <a:off x="3227832" y="384962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745736"/>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858390"/>
            <a:ext cx="286756" cy="286756"/>
          </a:xfrm>
          <a:prstGeom prst="rect">
            <a:avLst/>
          </a:prstGeom>
        </p:spPr>
      </p:pic>
      <p:sp>
        <p:nvSpPr>
          <p:cNvPr id="13019" name="Text 11"/>
          <p:cNvSpPr txBox="1"/>
          <p:nvPr/>
        </p:nvSpPr>
        <p:spPr>
          <a:xfrm>
            <a:off x="3227832" y="467258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locate sirkel"/>
          <p:cNvSpPr/>
          <p:nvPr/>
        </p:nvSpPr>
        <p:spPr>
          <a:xfrm>
            <a:off x="2514600" y="5568696"/>
            <a:ext cx="512064" cy="512064"/>
          </a:xfrm>
          <a:prstGeom prst="ellipse">
            <a:avLst/>
          </a:prstGeom>
          <a:solidFill>
            <a:schemeClr val="accent1"/>
          </a:solidFill>
          <a:ln/>
        </p:spPr>
      </p:sp>
      <p:pic>
        <p:nvPicPr>
          <p:cNvPr id="13021" name="Ikon locate" descr="locate">    </p:cNvPr>
          <p:cNvPicPr>
            <a:picLocks noChangeAspect="1"/>
          </p:cNvPicPr>
          <p:nvPr/>
        </p:nvPicPr>
        <p:blipFill>
          <a:blip r:embed="rId7"/>
          <a:stretch>
            <a:fillRect/>
          </a:stretch>
        </p:blipFill>
        <p:spPr>
          <a:xfrm>
            <a:off x="2627254" y="5681350"/>
            <a:ext cx="286756" cy="286756"/>
          </a:xfrm>
          <a:prstGeom prst="rect">
            <a:avLst/>
          </a:prstGeom>
        </p:spPr>
      </p:pic>
      <p:sp>
        <p:nvSpPr>
          <p:cNvPr id="13022" name="Text 13"/>
          <p:cNvSpPr txBox="1"/>
          <p:nvPr/>
        </p:nvSpPr>
        <p:spPr>
          <a:xfrm>
            <a:off x="3227832" y="5495544"/>
            <a:ext cx="349300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3" name="Ikon home sirkel"/>
          <p:cNvSpPr/>
          <p:nvPr/>
        </p:nvSpPr>
        <p:spPr>
          <a:xfrm>
            <a:off x="7086600" y="1453896"/>
            <a:ext cx="512064" cy="512064"/>
          </a:xfrm>
          <a:prstGeom prst="ellipse">
            <a:avLst/>
          </a:prstGeom>
          <a:solidFill>
            <a:schemeClr val="accent1"/>
          </a:solidFill>
          <a:ln/>
        </p:spPr>
      </p:sp>
      <p:pic>
        <p:nvPicPr>
          <p:cNvPr id="13024" name="Ikon home" descr="home">    </p:cNvPr>
          <p:cNvPicPr>
            <a:picLocks noChangeAspect="1"/>
          </p:cNvPicPr>
          <p:nvPr/>
        </p:nvPicPr>
        <p:blipFill>
          <a:blip r:embed="rId8"/>
          <a:stretch>
            <a:fillRect/>
          </a:stretch>
        </p:blipFill>
        <p:spPr>
          <a:xfrm>
            <a:off x="7199254" y="1566550"/>
            <a:ext cx="286756" cy="286756"/>
          </a:xfrm>
          <a:prstGeom prst="rect">
            <a:avLst/>
          </a:prstGeom>
        </p:spPr>
      </p:pic>
      <p:sp>
        <p:nvSpPr>
          <p:cNvPr id="13025" name="Text 15"/>
          <p:cNvSpPr txBox="1"/>
          <p:nvPr/>
        </p:nvSpPr>
        <p:spPr>
          <a:xfrm>
            <a:off x="7799832" y="138074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6" name="Ikon expand sirkel"/>
          <p:cNvSpPr/>
          <p:nvPr/>
        </p:nvSpPr>
        <p:spPr>
          <a:xfrm>
            <a:off x="7086600" y="2276856"/>
            <a:ext cx="512064" cy="512064"/>
          </a:xfrm>
          <a:prstGeom prst="ellipse">
            <a:avLst/>
          </a:prstGeom>
          <a:solidFill>
            <a:schemeClr val="accent1"/>
          </a:solidFill>
          <a:ln/>
        </p:spPr>
      </p:sp>
      <p:pic>
        <p:nvPicPr>
          <p:cNvPr id="13027" name="Ikon expand" descr="expand">    </p:cNvPr>
          <p:cNvPicPr>
            <a:picLocks noChangeAspect="1"/>
          </p:cNvPicPr>
          <p:nvPr/>
        </p:nvPicPr>
        <p:blipFill>
          <a:blip r:embed="rId9"/>
          <a:stretch>
            <a:fillRect/>
          </a:stretch>
        </p:blipFill>
        <p:spPr>
          <a:xfrm>
            <a:off x="7199254" y="2389510"/>
            <a:ext cx="286756" cy="286756"/>
          </a:xfrm>
          <a:prstGeom prst="rect">
            <a:avLst/>
          </a:prstGeom>
        </p:spPr>
      </p:pic>
      <p:sp>
        <p:nvSpPr>
          <p:cNvPr id="13028" name="Text 17"/>
          <p:cNvSpPr txBox="1"/>
          <p:nvPr/>
        </p:nvSpPr>
        <p:spPr>
          <a:xfrm>
            <a:off x="7799832" y="220370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29" name="Ikon eraser sirkel"/>
          <p:cNvSpPr/>
          <p:nvPr/>
        </p:nvSpPr>
        <p:spPr>
          <a:xfrm>
            <a:off x="7086600" y="3099816"/>
            <a:ext cx="512064" cy="512064"/>
          </a:xfrm>
          <a:prstGeom prst="ellipse">
            <a:avLst/>
          </a:prstGeom>
          <a:solidFill>
            <a:schemeClr val="accent1"/>
          </a:solidFill>
          <a:ln/>
        </p:spPr>
      </p:sp>
      <p:pic>
        <p:nvPicPr>
          <p:cNvPr id="13030" name="Ikon eraser" descr="eraser">    </p:cNvPr>
          <p:cNvPicPr>
            <a:picLocks noChangeAspect="1"/>
          </p:cNvPicPr>
          <p:nvPr/>
        </p:nvPicPr>
        <p:blipFill>
          <a:blip r:embed="rId10"/>
          <a:stretch>
            <a:fillRect/>
          </a:stretch>
        </p:blipFill>
        <p:spPr>
          <a:xfrm>
            <a:off x="7199254" y="3212470"/>
            <a:ext cx="286756" cy="286756"/>
          </a:xfrm>
          <a:prstGeom prst="rect">
            <a:avLst/>
          </a:prstGeom>
        </p:spPr>
      </p:pic>
      <p:sp>
        <p:nvSpPr>
          <p:cNvPr id="13031" name="Text 19"/>
          <p:cNvSpPr txBox="1"/>
          <p:nvPr/>
        </p:nvSpPr>
        <p:spPr>
          <a:xfrm>
            <a:off x="7799832" y="302666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2" name="Ikon eyeoff sirkel"/>
          <p:cNvSpPr/>
          <p:nvPr/>
        </p:nvSpPr>
        <p:spPr>
          <a:xfrm>
            <a:off x="7086600" y="3922776"/>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4035430"/>
            <a:ext cx="286756" cy="286756"/>
          </a:xfrm>
          <a:prstGeom prst="rect">
            <a:avLst/>
          </a:prstGeom>
        </p:spPr>
      </p:pic>
      <p:sp>
        <p:nvSpPr>
          <p:cNvPr id="13034" name="Text 21"/>
          <p:cNvSpPr txBox="1"/>
          <p:nvPr/>
        </p:nvSpPr>
        <p:spPr>
          <a:xfrm>
            <a:off x="7799832" y="384962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heart sirkel"/>
          <p:cNvSpPr/>
          <p:nvPr/>
        </p:nvSpPr>
        <p:spPr>
          <a:xfrm>
            <a:off x="7086600" y="4745736"/>
            <a:ext cx="512064" cy="512064"/>
          </a:xfrm>
          <a:prstGeom prst="ellipse">
            <a:avLst/>
          </a:prstGeom>
          <a:solidFill>
            <a:schemeClr val="accent1"/>
          </a:solidFill>
          <a:ln/>
        </p:spPr>
      </p:sp>
      <p:pic>
        <p:nvPicPr>
          <p:cNvPr id="13036" name="Ikon heart" descr="heart">    </p:cNvPr>
          <p:cNvPicPr>
            <a:picLocks noChangeAspect="1"/>
          </p:cNvPicPr>
          <p:nvPr/>
        </p:nvPicPr>
        <p:blipFill>
          <a:blip r:embed="rId12"/>
          <a:stretch>
            <a:fillRect/>
          </a:stretch>
        </p:blipFill>
        <p:spPr>
          <a:xfrm>
            <a:off x="7199254" y="4858390"/>
            <a:ext cx="286756" cy="286756"/>
          </a:xfrm>
          <a:prstGeom prst="rect">
            <a:avLst/>
          </a:prstGeom>
        </p:spPr>
      </p:pic>
      <p:sp>
        <p:nvSpPr>
          <p:cNvPr id="13037" name="Text 23"/>
          <p:cNvSpPr txBox="1"/>
          <p:nvPr/>
        </p:nvSpPr>
        <p:spPr>
          <a:xfrm>
            <a:off x="7799832" y="467258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38" name="Ikon gear sirkel"/>
          <p:cNvSpPr/>
          <p:nvPr/>
        </p:nvSpPr>
        <p:spPr>
          <a:xfrm>
            <a:off x="7086600" y="5568696"/>
            <a:ext cx="512064" cy="512064"/>
          </a:xfrm>
          <a:prstGeom prst="ellipse">
            <a:avLst/>
          </a:prstGeom>
          <a:solidFill>
            <a:schemeClr val="accent1"/>
          </a:solidFill>
          <a:ln/>
        </p:spPr>
      </p:sp>
      <p:pic>
        <p:nvPicPr>
          <p:cNvPr id="13039" name="Ikon gear" descr="gear">    </p:cNvPr>
          <p:cNvPicPr>
            <a:picLocks noChangeAspect="1"/>
          </p:cNvPicPr>
          <p:nvPr/>
        </p:nvPicPr>
        <p:blipFill>
          <a:blip r:embed="rId13"/>
          <a:stretch>
            <a:fillRect/>
          </a:stretch>
        </p:blipFill>
        <p:spPr>
          <a:xfrm>
            <a:off x="7199254" y="5681350"/>
            <a:ext cx="286756" cy="286756"/>
          </a:xfrm>
          <a:prstGeom prst="rect">
            <a:avLst/>
          </a:prstGeom>
        </p:spPr>
      </p:pic>
      <p:sp>
        <p:nvSpPr>
          <p:cNvPr id="13040" name="Text 25"/>
          <p:cNvSpPr txBox="1"/>
          <p:nvPr/>
        </p:nvSpPr>
        <p:spPr>
          <a:xfrm>
            <a:off x="7799832" y="5495544"/>
            <a:ext cx="3767328" cy="77724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57751" y="1527048"/>
            <a:ext cx="214724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2026-10-24T15:55:48Z</dcterms:created>
  <dcterms:modified xsi:type="dcterms:W3CDTF">2026-10-24T15:55:48Z</dcterms:modified>
</cp:coreProperties>
</file>