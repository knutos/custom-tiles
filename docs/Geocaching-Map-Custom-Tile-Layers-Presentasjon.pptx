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2e185250-ec87-02a1-1578-54e8290563b0}">
          <p14:sldIdLst>
            <p14:sldId id="256"/>
            <p14:sldId id="257"/>
          </p14:sldIdLst>
        </p14:section>
        <p14:section name="Funksjoner" id="{6a120085-e199-8d24-7208-7e9b4abdffd6}">
          <p14:sldIdLst>
            <p14:sldId id="258"/>
            <p14:sldId id="259"/>
            <p14:sldId id="260"/>
            <p14:sldId id="261"/>
            <p14:sldId id="262"/>
            <p14:sldId id="263"/>
            <p14:sldId id="264"/>
            <p14:sldId id="265"/>
            <p14:sldId id="266"/>
            <p14:sldId id="267"/>
            <p14:sldId id="268"/>
          </p14:sldIdLst>
        </p14:section>
        <p14:section name="Teknikk" id="{f48159cb-9c54-e5fe-03a5-1ef16e323775}">
          <p14:sldIdLst>
            <p14:sldId id="269"/>
            <p14:sldId id="270"/>
            <p14:sldId id="271"/>
          </p14:sldIdLst>
        </p14:section>
        <p14:section name="Avslutning" id="{7f863aaf-d2df-4158-e4c3-4bd798b2d36c}">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Cachelisten finnes på /map; /play/map har sin egen liste. Listen og rutevinduet står øverst til høyre eller venstre på kartet (Innstillinger), unna nettstedets sidepanel, og de to knappene bytter mellom dem.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er minsteavstanden mellom cacher i retningslinjene. På /map finner skriptet posisjonene fra et skjult rutenett nettstedet laster; på /play/map brukes de nøyaktige posisjonene.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/map er det cacheikonene. Nettstedets bakgrunn finnes fra nettstedets lagvelger, ellers som det laveste fliselaget. Dialogene ligger utenfor kartet, festet til siden, så sidepanelet ikke dekker dem.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Takk for oppmerksomheten. Spørsmål?</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v1.53.11</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1.53.11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742823" y="548640"/>
            <a:ext cx="2534472"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Rute</a:t>
            </a:r>
            <a:endParaRPr lang="en-US" sz="1700" dirty="0"/>
          </a:p>
          <a:p>
            <a:pPr indent="0" marL="0">
              <a:spcAft>
                <a:spcPts val="200"/>
              </a:spcAft>
              <a:buNone/>
            </a:pPr>
            <a:r>
              <a:rPr lang="en-US" sz="1400" dirty="0">
                <a:solidFill>
                  <a:schemeClr val="accent4"/>
                </a:solidFill>
              </a:rPr>
              <a:t>Sett sammen en rute og last den ned som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Geocacher på kartet</a:t>
            </a:r>
            <a:endParaRPr lang="en-US" sz="1700" dirty="0"/>
          </a:p>
          <a:p>
            <a:pPr indent="0" marL="0">
              <a:spcAft>
                <a:spcPts val="200"/>
              </a:spcAft>
              <a:buNone/>
            </a:pPr>
            <a:r>
              <a:rPr lang="en-US" sz="1400" dirty="0">
                <a:solidFill>
                  <a:schemeClr val="accent4"/>
                </a:solidFill>
              </a:rPr>
              <a:t>En liste som følger kartet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623621" y="1527048"/>
            <a:ext cx="2015509"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/map.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rundtur</a:t>
            </a:r>
            <a:endParaRPr lang="en-US" sz="1700" dirty="0"/>
          </a:p>
          <a:p>
            <a:pPr indent="0" marL="0">
              <a:spcAft>
                <a:spcPts val="200"/>
              </a:spcAft>
              <a:buNone/>
            </a:pPr>
            <a:r>
              <a:rPr lang="en-US" sz="1400" dirty="0">
                <a:solidFill>
                  <a:schemeClr val="accent4"/>
                </a:solidFill>
              </a:rPr>
              <a:t>Flytt stopp, sorter etter nærmeste, se hver etappe – og avslutt ved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GPX med Garmin-symboler – eventuelt med fulle cachedata (papirløse cacher)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geocachene på kartet i en liste</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Cachelisten">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Følger kartet</a:t>
            </a:r>
            <a:endParaRPr lang="en-US" sz="1700" dirty="0"/>
          </a:p>
          <a:p>
            <a:pPr indent="0" marL="0">
              <a:spcAft>
                <a:spcPts val="200"/>
              </a:spcAft>
              <a:buNone/>
            </a:pPr>
            <a:r>
              <a:rPr lang="en-US" sz="1400" dirty="0">
                <a:solidFill>
                  <a:schemeClr val="accent4"/>
                </a:solidFill>
              </a:rPr>
              <a:t>Geocachene i kartutsnittet, nærmest midten først – med Løst, Funnet, Eiet, D/T og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Pek og finn</a:t>
            </a:r>
            <a:endParaRPr lang="en-US" sz="1700" dirty="0"/>
          </a:p>
          <a:p>
            <a:pPr indent="0" marL="0">
              <a:spcAft>
                <a:spcPts val="200"/>
              </a:spcAft>
              <a:buNone/>
            </a:pPr>
            <a:r>
              <a:rPr lang="en-US" sz="1400" dirty="0">
                <a:solidFill>
                  <a:schemeClr val="accent4"/>
                </a:solidFill>
              </a:rPr>
              <a:t>Pek på en cache i kartet, så markeres den i listen. Filtrer på kode eller navn</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med glød</a:t>
            </a:r>
            <a:endParaRPr lang="en-US" sz="1700" dirty="0"/>
          </a:p>
          <a:p>
            <a:pPr indent="0" marL="0">
              <a:spcAft>
                <a:spcPts val="200"/>
              </a:spcAft>
              <a:buNone/>
            </a:pPr>
            <a:r>
              <a:rPr lang="en-US" sz="1400" dirty="0">
                <a:solidFill>
                  <a:schemeClr val="accent4"/>
                </a:solidFill>
              </a:rPr>
              <a:t>Klikk for å zoome helt inn – cachen gløder i kartet. Klikk igjen for å gå tilbake</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Cachesiden</a:t>
            </a:r>
            <a:endParaRPr lang="en-US" sz="1700" dirty="0"/>
          </a:p>
          <a:p>
            <a:pPr indent="0" marL="0">
              <a:spcAft>
                <a:spcPts val="200"/>
              </a:spcAft>
              <a:buNone/>
            </a:pPr>
            <a:r>
              <a:rPr lang="en-US" sz="1400" dirty="0">
                <a:solidFill>
                  <a:schemeClr val="accent4"/>
                </a:solidFill>
              </a:rPr>
              <a:t>Knappen på linjen åpner cachesiden i en ny fane</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7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2026-10-28T19:55:19Z</dcterms:created>
  <dcterms:modified xsi:type="dcterms:W3CDTF">2026-10-28T19:55:19Z</dcterms:modified>
</cp:coreProperties>
</file>