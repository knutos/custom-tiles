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bb18d423-6fd4-9c86-5a15-9e6b482442c6}">
          <p14:sldIdLst>
            <p14:sldId id="256"/>
            <p14:sldId id="257"/>
          </p14:sldIdLst>
        </p14:section>
        <p14:section name="Funksjoner" id="{8eef0a39-63a1-b1ec-9954-3e75f5ccb53d}">
          <p14:sldIdLst>
            <p14:sldId id="258"/>
            <p14:sldId id="259"/>
            <p14:sldId id="260"/>
            <p14:sldId id="261"/>
            <p14:sldId id="262"/>
            <p14:sldId id="263"/>
            <p14:sldId id="264"/>
            <p14:sldId id="265"/>
            <p14:sldId id="266"/>
            <p14:sldId id="267"/>
          </p14:sldIdLst>
        </p14:section>
        <p14:section name="Teknikk" id="{e0b8d13a-33d4-216c-5651-0dfe631a0a0b}">
          <p14:sldIdLst>
            <p14:sldId id="268"/>
            <p14:sldId id="269"/>
            <p14:sldId id="270"/>
          </p14:sldIdLst>
        </p14:section>
        <p14:section name="Avslutning" id="{dd808892-1122-1d84-a8d2-1a25b676ff5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v1.50.2</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1.50.2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etapper</a:t>
            </a:r>
            <a:endParaRPr lang="en-US" sz="1700" dirty="0"/>
          </a:p>
          <a:p>
            <a:pPr indent="0" marL="0">
              <a:spcAft>
                <a:spcPts val="200"/>
              </a:spcAft>
              <a:buNone/>
            </a:pPr>
            <a:r>
              <a:rPr lang="en-US" sz="1400" dirty="0">
                <a:solidFill>
                  <a:schemeClr val="accent4"/>
                </a:solidFill>
              </a:rPr>
              <a:t>Flytt stopp, sorter etter nærmeste og se avstand og retning for hver etappe</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Se hele ruten på kartet og i en tabell – last ned som GPX med Garmin-symboler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2026-10-28T00:23:28Z</dcterms:created>
  <dcterms:modified xsi:type="dcterms:W3CDTF">2026-10-28T00:23:28Z</dcterms:modified>
</cp:coreProperties>
</file>