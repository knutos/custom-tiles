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8d84b1b2-579a-dd3f-a692-d6e8fb5d9b26}">
          <p14:sldIdLst>
            <p14:sldId id="256"/>
            <p14:sldId id="257"/>
          </p14:sldIdLst>
        </p14:section>
        <p14:section name="Funksjoner" id="{c8c85b1b-18f5-b03a-42d1-6a7eecc5ee01}">
          <p14:sldIdLst>
            <p14:sldId id="258"/>
            <p14:sldId id="259"/>
            <p14:sldId id="260"/>
            <p14:sldId id="261"/>
            <p14:sldId id="262"/>
            <p14:sldId id="263"/>
            <p14:sldId id="264"/>
            <p14:sldId id="265"/>
            <p14:sldId id="266"/>
            <p14:sldId id="267"/>
            <p14:sldId id="268"/>
          </p14:sldIdLst>
        </p14:section>
        <p14:section name="Teknikk" id="{dee17361-4ac8-a9c5-2c28-99d354b178cc}">
          <p14:sldIdLst>
            <p14:sldId id="269"/>
            <p14:sldId id="270"/>
            <p14:sldId id="271"/>
          </p14:sldIdLst>
        </p14:section>
        <p14:section name="Avslutning" id="{694ebe2e-b3cc-6f3c-34e2-1a32f3eb3a3b}">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Rutevinduet åpnes med rute-knappen i verktøylinjen. Forhåndsvisningen viser nøyaktig hva GPX-filen inneholder: navn i GPS'en, beskrivelse, koordinater og etapper. Cacher får Garmins Geocache-symbol (Geocache Found når de er funnet), merkenåler den blå nålen.</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Cachelisten finnes på /map; /play/map har sin egen liste. Listen og rutevinduet står øverst til høyre eller venstre på kartet (Innstillinger), unna nettstedets sidepanel, og de to knappene bytter mellom dem.</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161 m er minsteavstanden mellom cacher i retningslinjene. På /map finner skriptet posisjonene fra et skjult rutenett nettstedet laster; på /play/map brukes de nøyaktige posisjonene.</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/map er det cacheikonene. Nettstedets bakgrunn finnes fra nettstedets lagvelger, ellers som det laveste fliselaget. Dialogene ligger utenfor kartet, festet til siden, så sidepanelet ikke dekker dem.</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416001" name=""/>
        <p:cNvGrpSpPr/>
        <p:nvPr/>
      </p:nvGrpSpPr>
      <p:grpSpPr>
        <a:xfrm>
          <a:off x="0" y="0"/>
          <a:ext cx="0" cy="0"/>
          <a:chOff x="0" y="0"/>
          <a:chExt cx="0" cy="0"/>
        </a:xfrm>
      </p:grpSpPr>
      <p:sp>
        <p:nvSpPr>
          <p:cNvPr id="416002" name="Slide Image Placeholder 1"/>
          <p:cNvSpPr>
            <a:spLocks noGrp="1" noRot="1" noChangeAspect="1"/>
          </p:cNvSpPr>
          <p:nvPr>
            <p:ph type="sldImg"/>
          </p:nvPr>
        </p:nvSpPr>
        <p:spPr/>
      </p:sp>
      <p:sp>
        <p:nvSpPr>
          <p:cNvPr id="416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600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417001" name=""/>
        <p:cNvGrpSpPr/>
        <p:nvPr/>
      </p:nvGrpSpPr>
      <p:grpSpPr>
        <a:xfrm>
          <a:off x="0" y="0"/>
          <a:ext cx="0" cy="0"/>
          <a:chOff x="0" y="0"/>
          <a:chExt cx="0" cy="0"/>
        </a:xfrm>
      </p:grpSpPr>
      <p:sp>
        <p:nvSpPr>
          <p:cNvPr id="417002" name="Slide Image Placeholder 1"/>
          <p:cNvSpPr>
            <a:spLocks noGrp="1" noRot="1" noChangeAspect="1"/>
          </p:cNvSpPr>
          <p:nvPr>
            <p:ph type="sldImg"/>
          </p:nvPr>
        </p:nvSpPr>
        <p:spPr/>
      </p:sp>
      <p:sp>
        <p:nvSpPr>
          <p:cNvPr id="417003" name="Notes Placeholder 2"/>
          <p:cNvSpPr>
            <a:spLocks noGrp="1"/>
          </p:cNvSpPr>
          <p:nvPr>
            <p:ph type="body" idx="1"/>
          </p:nvPr>
        </p:nvSpPr>
        <p:spPr/>
        <p:txBody>
          <a:bodyPr/>
          <a:lstStyle/>
          <a:p>
            <a:r>
              <a:rPr lang="en-US" dirty="0"/>
              <a:t>Takk for oppmerksomheten. Spørsmål?</a:t>
            </a:r>
            <a:endParaRPr lang="en-US" dirty="0"/>
          </a:p>
        </p:txBody>
      </p:sp>
      <p:sp>
        <p:nvSpPr>
          <p:cNvPr id="41700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v1.54.19</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slideLayout" Target="../slideLayouts/slideLayout3.xml"/><Relationship Id="rId1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1.54.19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742823" y="548640"/>
            <a:ext cx="2534472"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Nyhet: ruter til GPS'en"/>
          <p:cNvSpPr/>
          <p:nvPr/>
        </p:nvSpPr>
        <p:spPr>
          <a:xfrm>
            <a:off x="8158277" y="3931920"/>
            <a:ext cx="3484778" cy="2240280"/>
          </a:xfrm>
          <a:prstGeom prst="roundRect">
            <a:avLst>
              <a:gd name="adj" fmla="val 4898"/>
            </a:avLst>
          </a:prstGeom>
          <a:solidFill>
            <a:schemeClr val="bg2"/>
          </a:solidFill>
          <a:ln/>
        </p:spPr>
      </p:sp>
      <p:sp>
        <p:nvSpPr>
          <p:cNvPr id="12024" name="Ikon route sirkel"/>
          <p:cNvSpPr/>
          <p:nvPr/>
        </p:nvSpPr>
        <p:spPr>
          <a:xfrm>
            <a:off x="8478317" y="4251960"/>
            <a:ext cx="566928" cy="566928"/>
          </a:xfrm>
          <a:prstGeom prst="ellipse">
            <a:avLst/>
          </a:prstGeom>
          <a:solidFill>
            <a:schemeClr val="accent1"/>
          </a:solidFill>
          <a:ln/>
        </p:spPr>
      </p:sp>
      <p:pic>
        <p:nvPicPr>
          <p:cNvPr id="12025" name="Ikon route" descr="route">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Nyhet: ruter til GPS'en</a:t>
            </a:r>
            <a:endParaRPr lang="en-US" sz="1900" dirty="0"/>
          </a:p>
          <a:p>
            <a:pPr indent="0" marL="0">
              <a:spcAft>
                <a:spcPts val="400"/>
              </a:spcAft>
              <a:buNone/>
            </a:pPr>
            <a:r>
              <a:rPr lang="en-US" sz="1400" dirty="0">
                <a:solidFill>
                  <a:schemeClr val="accent4"/>
                </a:solidFill>
              </a:rPr>
              <a:t>Velg cacher og merkenåler i en liste eller på kartet, forhåndsvis og last ned som GPX-rute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115568" y="1572768"/>
            <a:ext cx="329184" cy="4443984"/>
          </a:xfrm>
          <a:prstGeom prst="rect">
            <a:avLst/>
          </a:prstGeom>
        </p:spPr>
      </p:pic>
      <p:sp>
        <p:nvSpPr>
          <p:cNvPr id="13005" name="Ikon layers sirkel"/>
          <p:cNvSpPr/>
          <p:nvPr/>
        </p:nvSpPr>
        <p:spPr>
          <a:xfrm>
            <a:off x="2514600" y="140817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20830"/>
            <a:ext cx="286756" cy="286756"/>
          </a:xfrm>
          <a:prstGeom prst="rect">
            <a:avLst/>
          </a:prstGeom>
        </p:spPr>
      </p:pic>
      <p:sp>
        <p:nvSpPr>
          <p:cNvPr id="13007" name="Text 3"/>
          <p:cNvSpPr txBox="1"/>
          <p:nvPr/>
        </p:nvSpPr>
        <p:spPr>
          <a:xfrm>
            <a:off x="3227832" y="133502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02996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142622"/>
            <a:ext cx="286756" cy="286756"/>
          </a:xfrm>
          <a:prstGeom prst="rect">
            <a:avLst/>
          </a:prstGeom>
        </p:spPr>
      </p:pic>
      <p:sp>
        <p:nvSpPr>
          <p:cNvPr id="13010" name="Text 5"/>
          <p:cNvSpPr txBox="1"/>
          <p:nvPr/>
        </p:nvSpPr>
        <p:spPr>
          <a:xfrm>
            <a:off x="3227832" y="195681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6517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764414"/>
            <a:ext cx="286756" cy="286756"/>
          </a:xfrm>
          <a:prstGeom prst="rect">
            <a:avLst/>
          </a:prstGeom>
        </p:spPr>
      </p:pic>
      <p:sp>
        <p:nvSpPr>
          <p:cNvPr id="13013" name="Text 7"/>
          <p:cNvSpPr txBox="1"/>
          <p:nvPr/>
        </p:nvSpPr>
        <p:spPr>
          <a:xfrm>
            <a:off x="3227832" y="257860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route sirkel"/>
          <p:cNvSpPr/>
          <p:nvPr/>
        </p:nvSpPr>
        <p:spPr>
          <a:xfrm>
            <a:off x="2514600" y="3273552"/>
            <a:ext cx="512064" cy="512064"/>
          </a:xfrm>
          <a:prstGeom prst="ellipse">
            <a:avLst/>
          </a:prstGeom>
          <a:solidFill>
            <a:schemeClr val="accent1"/>
          </a:solidFill>
          <a:ln/>
        </p:spPr>
      </p:sp>
      <p:pic>
        <p:nvPicPr>
          <p:cNvPr id="13015" name="Ikon route" descr="route">    </p:cNvPr>
          <p:cNvPicPr>
            <a:picLocks noChangeAspect="1"/>
          </p:cNvPicPr>
          <p:nvPr/>
        </p:nvPicPr>
        <p:blipFill>
          <a:blip r:embed="rId5"/>
          <a:stretch>
            <a:fillRect/>
          </a:stretch>
        </p:blipFill>
        <p:spPr>
          <a:xfrm>
            <a:off x="2627254" y="3386206"/>
            <a:ext cx="286756" cy="286756"/>
          </a:xfrm>
          <a:prstGeom prst="rect">
            <a:avLst/>
          </a:prstGeom>
        </p:spPr>
      </p:pic>
      <p:sp>
        <p:nvSpPr>
          <p:cNvPr id="13016" name="Text 9"/>
          <p:cNvSpPr txBox="1"/>
          <p:nvPr/>
        </p:nvSpPr>
        <p:spPr>
          <a:xfrm>
            <a:off x="3227832" y="3200400"/>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Rute</a:t>
            </a:r>
            <a:endParaRPr lang="en-US" sz="1700" dirty="0"/>
          </a:p>
          <a:p>
            <a:pPr indent="0" marL="0">
              <a:spcAft>
                <a:spcPts val="200"/>
              </a:spcAft>
              <a:buNone/>
            </a:pPr>
            <a:r>
              <a:rPr lang="en-US" sz="1400" dirty="0">
                <a:solidFill>
                  <a:schemeClr val="accent4"/>
                </a:solidFill>
              </a:rPr>
              <a:t>Sett sammen en rute og last den ned som GPX</a:t>
            </a:r>
            <a:endParaRPr lang="en-US" sz="1700" dirty="0"/>
          </a:p>
        </p:txBody>
      </p:sp>
      <p:sp>
        <p:nvSpPr>
          <p:cNvPr id="13017" name="Ikon list sirkel"/>
          <p:cNvSpPr/>
          <p:nvPr/>
        </p:nvSpPr>
        <p:spPr>
          <a:xfrm>
            <a:off x="2514600" y="3895344"/>
            <a:ext cx="512064" cy="512064"/>
          </a:xfrm>
          <a:prstGeom prst="ellipse">
            <a:avLst/>
          </a:prstGeom>
          <a:solidFill>
            <a:schemeClr val="accent1"/>
          </a:solidFill>
          <a:ln/>
        </p:spPr>
      </p:sp>
      <p:pic>
        <p:nvPicPr>
          <p:cNvPr id="13018" name="Ikon list" descr="list">    </p:cNvPr>
          <p:cNvPicPr>
            <a:picLocks noChangeAspect="1"/>
          </p:cNvPicPr>
          <p:nvPr/>
        </p:nvPicPr>
        <p:blipFill>
          <a:blip r:embed="rId6"/>
          <a:stretch>
            <a:fillRect/>
          </a:stretch>
        </p:blipFill>
        <p:spPr>
          <a:xfrm>
            <a:off x="2627254" y="4007998"/>
            <a:ext cx="286756" cy="286756"/>
          </a:xfrm>
          <a:prstGeom prst="rect">
            <a:avLst/>
          </a:prstGeom>
        </p:spPr>
      </p:pic>
      <p:sp>
        <p:nvSpPr>
          <p:cNvPr id="13019" name="Text 11"/>
          <p:cNvSpPr txBox="1"/>
          <p:nvPr/>
        </p:nvSpPr>
        <p:spPr>
          <a:xfrm>
            <a:off x="3227832" y="3822192"/>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Geocacher på kartet</a:t>
            </a:r>
            <a:endParaRPr lang="en-US" sz="1700" dirty="0"/>
          </a:p>
          <a:p>
            <a:pPr indent="0" marL="0">
              <a:spcAft>
                <a:spcPts val="200"/>
              </a:spcAft>
              <a:buNone/>
            </a:pPr>
            <a:r>
              <a:rPr lang="en-US" sz="1400" dirty="0">
                <a:solidFill>
                  <a:schemeClr val="accent4"/>
                </a:solidFill>
              </a:rPr>
              <a:t>En liste som følger kartet (/map)</a:t>
            </a:r>
            <a:endParaRPr lang="en-US" sz="1700" dirty="0"/>
          </a:p>
        </p:txBody>
      </p:sp>
      <p:sp>
        <p:nvSpPr>
          <p:cNvPr id="13020" name="Ikon circles sirkel"/>
          <p:cNvSpPr/>
          <p:nvPr/>
        </p:nvSpPr>
        <p:spPr>
          <a:xfrm>
            <a:off x="2514600" y="4517136"/>
            <a:ext cx="512064" cy="512064"/>
          </a:xfrm>
          <a:prstGeom prst="ellipse">
            <a:avLst/>
          </a:prstGeom>
          <a:solidFill>
            <a:schemeClr val="accent1"/>
          </a:solidFill>
          <a:ln/>
        </p:spPr>
      </p:sp>
      <p:pic>
        <p:nvPicPr>
          <p:cNvPr id="13021" name="Ikon circles" descr="circles">    </p:cNvPr>
          <p:cNvPicPr>
            <a:picLocks noChangeAspect="1"/>
          </p:cNvPicPr>
          <p:nvPr/>
        </p:nvPicPr>
        <p:blipFill>
          <a:blip r:embed="rId7"/>
          <a:stretch>
            <a:fillRect/>
          </a:stretch>
        </p:blipFill>
        <p:spPr>
          <a:xfrm>
            <a:off x="2627254" y="4629790"/>
            <a:ext cx="286756" cy="286756"/>
          </a:xfrm>
          <a:prstGeom prst="rect">
            <a:avLst/>
          </a:prstGeom>
        </p:spPr>
      </p:pic>
      <p:sp>
        <p:nvSpPr>
          <p:cNvPr id="13022" name="Text 13"/>
          <p:cNvSpPr txBox="1"/>
          <p:nvPr/>
        </p:nvSpPr>
        <p:spPr>
          <a:xfrm>
            <a:off x="3227832" y="4443984"/>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23" name="Ikon solved sirkel"/>
          <p:cNvSpPr/>
          <p:nvPr/>
        </p:nvSpPr>
        <p:spPr>
          <a:xfrm>
            <a:off x="2514600" y="5138928"/>
            <a:ext cx="512064" cy="512064"/>
          </a:xfrm>
          <a:prstGeom prst="ellipse">
            <a:avLst/>
          </a:prstGeom>
          <a:solidFill>
            <a:schemeClr val="accent1"/>
          </a:solidFill>
          <a:ln/>
        </p:spPr>
      </p:sp>
      <p:pic>
        <p:nvPicPr>
          <p:cNvPr id="13024" name="Ikon solved" descr="solved">    </p:cNvPr>
          <p:cNvPicPr>
            <a:picLocks noChangeAspect="1"/>
          </p:cNvPicPr>
          <p:nvPr/>
        </p:nvPicPr>
        <p:blipFill>
          <a:blip r:embed="rId8"/>
          <a:stretch>
            <a:fillRect/>
          </a:stretch>
        </p:blipFill>
        <p:spPr>
          <a:xfrm>
            <a:off x="2627254" y="5251582"/>
            <a:ext cx="286756" cy="286756"/>
          </a:xfrm>
          <a:prstGeom prst="rect">
            <a:avLst/>
          </a:prstGeom>
        </p:spPr>
      </p:pic>
      <p:sp>
        <p:nvSpPr>
          <p:cNvPr id="13025" name="Text 15"/>
          <p:cNvSpPr txBox="1"/>
          <p:nvPr/>
        </p:nvSpPr>
        <p:spPr>
          <a:xfrm>
            <a:off x="3227832" y="5065776"/>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6" name="Ikon heart sirkel"/>
          <p:cNvSpPr/>
          <p:nvPr/>
        </p:nvSpPr>
        <p:spPr>
          <a:xfrm>
            <a:off x="2514600" y="5760720"/>
            <a:ext cx="512064" cy="512064"/>
          </a:xfrm>
          <a:prstGeom prst="ellipse">
            <a:avLst/>
          </a:prstGeom>
          <a:solidFill>
            <a:schemeClr val="accent1"/>
          </a:solidFill>
          <a:ln/>
        </p:spPr>
      </p:sp>
      <p:pic>
        <p:nvPicPr>
          <p:cNvPr id="13027" name="Ikon heart" descr="heart">    </p:cNvPr>
          <p:cNvPicPr>
            <a:picLocks noChangeAspect="1"/>
          </p:cNvPicPr>
          <p:nvPr/>
        </p:nvPicPr>
        <p:blipFill>
          <a:blip r:embed="rId9"/>
          <a:stretch>
            <a:fillRect/>
          </a:stretch>
        </p:blipFill>
        <p:spPr>
          <a:xfrm>
            <a:off x="2627254" y="5873374"/>
            <a:ext cx="286756" cy="286756"/>
          </a:xfrm>
          <a:prstGeom prst="rect">
            <a:avLst/>
          </a:prstGeom>
        </p:spPr>
      </p:pic>
      <p:sp>
        <p:nvSpPr>
          <p:cNvPr id="13028" name="Text 17"/>
          <p:cNvSpPr txBox="1"/>
          <p:nvPr/>
        </p:nvSpPr>
        <p:spPr>
          <a:xfrm>
            <a:off x="3227832" y="5687568"/>
            <a:ext cx="349300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29" name="Ikon dt sirkel"/>
          <p:cNvSpPr/>
          <p:nvPr/>
        </p:nvSpPr>
        <p:spPr>
          <a:xfrm>
            <a:off x="7086600" y="1408176"/>
            <a:ext cx="512064" cy="512064"/>
          </a:xfrm>
          <a:prstGeom prst="ellipse">
            <a:avLst/>
          </a:prstGeom>
          <a:solidFill>
            <a:schemeClr val="accent1"/>
          </a:solidFill>
          <a:ln/>
        </p:spPr>
      </p:sp>
      <p:pic>
        <p:nvPicPr>
          <p:cNvPr id="13030" name="Ikon dt" descr="dt">    </p:cNvPr>
          <p:cNvPicPr>
            <a:picLocks noChangeAspect="1"/>
          </p:cNvPicPr>
          <p:nvPr/>
        </p:nvPicPr>
        <p:blipFill>
          <a:blip r:embed="rId10"/>
          <a:stretch>
            <a:fillRect/>
          </a:stretch>
        </p:blipFill>
        <p:spPr>
          <a:xfrm>
            <a:off x="7199254" y="1520830"/>
            <a:ext cx="286756" cy="286756"/>
          </a:xfrm>
          <a:prstGeom prst="rect">
            <a:avLst/>
          </a:prstGeom>
        </p:spPr>
      </p:pic>
      <p:sp>
        <p:nvSpPr>
          <p:cNvPr id="13031" name="Text 19"/>
          <p:cNvSpPr txBox="1"/>
          <p:nvPr/>
        </p:nvSpPr>
        <p:spPr>
          <a:xfrm>
            <a:off x="7799832" y="133502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32" name="Ikon eyeoff sirkel"/>
          <p:cNvSpPr/>
          <p:nvPr/>
        </p:nvSpPr>
        <p:spPr>
          <a:xfrm>
            <a:off x="7086600" y="2029968"/>
            <a:ext cx="512064" cy="512064"/>
          </a:xfrm>
          <a:prstGeom prst="ellipse">
            <a:avLst/>
          </a:prstGeom>
          <a:solidFill>
            <a:schemeClr val="accent1"/>
          </a:solidFill>
          <a:ln/>
        </p:spPr>
      </p:sp>
      <p:pic>
        <p:nvPicPr>
          <p:cNvPr id="13033" name="Ikon eyeoff" descr="eyeoff">    </p:cNvPr>
          <p:cNvPicPr>
            <a:picLocks noChangeAspect="1"/>
          </p:cNvPicPr>
          <p:nvPr/>
        </p:nvPicPr>
        <p:blipFill>
          <a:blip r:embed="rId11"/>
          <a:stretch>
            <a:fillRect/>
          </a:stretch>
        </p:blipFill>
        <p:spPr>
          <a:xfrm>
            <a:off x="7199254" y="2142622"/>
            <a:ext cx="286756" cy="286756"/>
          </a:xfrm>
          <a:prstGeom prst="rect">
            <a:avLst/>
          </a:prstGeom>
        </p:spPr>
      </p:pic>
      <p:sp>
        <p:nvSpPr>
          <p:cNvPr id="13034" name="Text 21"/>
          <p:cNvSpPr txBox="1"/>
          <p:nvPr/>
        </p:nvSpPr>
        <p:spPr>
          <a:xfrm>
            <a:off x="7799832" y="195681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5" name="Ikon locate sirkel"/>
          <p:cNvSpPr/>
          <p:nvPr/>
        </p:nvSpPr>
        <p:spPr>
          <a:xfrm>
            <a:off x="7086600" y="2651760"/>
            <a:ext cx="512064" cy="512064"/>
          </a:xfrm>
          <a:prstGeom prst="ellipse">
            <a:avLst/>
          </a:prstGeom>
          <a:solidFill>
            <a:schemeClr val="accent1"/>
          </a:solidFill>
          <a:ln/>
        </p:spPr>
      </p:sp>
      <p:pic>
        <p:nvPicPr>
          <p:cNvPr id="13036" name="Ikon locate" descr="locate">    </p:cNvPr>
          <p:cNvPicPr>
            <a:picLocks noChangeAspect="1"/>
          </p:cNvPicPr>
          <p:nvPr/>
        </p:nvPicPr>
        <p:blipFill>
          <a:blip r:embed="rId12"/>
          <a:stretch>
            <a:fillRect/>
          </a:stretch>
        </p:blipFill>
        <p:spPr>
          <a:xfrm>
            <a:off x="7199254" y="2764414"/>
            <a:ext cx="286756" cy="286756"/>
          </a:xfrm>
          <a:prstGeom prst="rect">
            <a:avLst/>
          </a:prstGeom>
        </p:spPr>
      </p:pic>
      <p:sp>
        <p:nvSpPr>
          <p:cNvPr id="13037" name="Text 23"/>
          <p:cNvSpPr txBox="1"/>
          <p:nvPr/>
        </p:nvSpPr>
        <p:spPr>
          <a:xfrm>
            <a:off x="7799832" y="2578608"/>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38" name="Ikon home sirkel"/>
          <p:cNvSpPr/>
          <p:nvPr/>
        </p:nvSpPr>
        <p:spPr>
          <a:xfrm>
            <a:off x="7086600" y="3273552"/>
            <a:ext cx="512064" cy="512064"/>
          </a:xfrm>
          <a:prstGeom prst="ellipse">
            <a:avLst/>
          </a:prstGeom>
          <a:solidFill>
            <a:schemeClr val="accent1"/>
          </a:solidFill>
          <a:ln/>
        </p:spPr>
      </p:sp>
      <p:pic>
        <p:nvPicPr>
          <p:cNvPr id="13039" name="Ikon home" descr="home">    </p:cNvPr>
          <p:cNvPicPr>
            <a:picLocks noChangeAspect="1"/>
          </p:cNvPicPr>
          <p:nvPr/>
        </p:nvPicPr>
        <p:blipFill>
          <a:blip r:embed="rId13"/>
          <a:stretch>
            <a:fillRect/>
          </a:stretch>
        </p:blipFill>
        <p:spPr>
          <a:xfrm>
            <a:off x="7199254" y="3386206"/>
            <a:ext cx="286756" cy="286756"/>
          </a:xfrm>
          <a:prstGeom prst="rect">
            <a:avLst/>
          </a:prstGeom>
        </p:spPr>
      </p:pic>
      <p:sp>
        <p:nvSpPr>
          <p:cNvPr id="13040" name="Text 25"/>
          <p:cNvSpPr txBox="1"/>
          <p:nvPr/>
        </p:nvSpPr>
        <p:spPr>
          <a:xfrm>
            <a:off x="7799832" y="3200400"/>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41" name="Ikon expand sirkel"/>
          <p:cNvSpPr/>
          <p:nvPr/>
        </p:nvSpPr>
        <p:spPr>
          <a:xfrm>
            <a:off x="7086600" y="3895344"/>
            <a:ext cx="512064" cy="512064"/>
          </a:xfrm>
          <a:prstGeom prst="ellipse">
            <a:avLst/>
          </a:prstGeom>
          <a:solidFill>
            <a:schemeClr val="accent1"/>
          </a:solidFill>
          <a:ln/>
        </p:spPr>
      </p:sp>
      <p:pic>
        <p:nvPicPr>
          <p:cNvPr id="13042" name="Ikon expand" descr="expand">    </p:cNvPr>
          <p:cNvPicPr>
            <a:picLocks noChangeAspect="1"/>
          </p:cNvPicPr>
          <p:nvPr/>
        </p:nvPicPr>
        <p:blipFill>
          <a:blip r:embed="rId14"/>
          <a:stretch>
            <a:fillRect/>
          </a:stretch>
        </p:blipFill>
        <p:spPr>
          <a:xfrm>
            <a:off x="7199254" y="4007998"/>
            <a:ext cx="286756" cy="286756"/>
          </a:xfrm>
          <a:prstGeom prst="rect">
            <a:avLst/>
          </a:prstGeom>
        </p:spPr>
      </p:pic>
      <p:sp>
        <p:nvSpPr>
          <p:cNvPr id="13043" name="Text 27"/>
          <p:cNvSpPr txBox="1"/>
          <p:nvPr/>
        </p:nvSpPr>
        <p:spPr>
          <a:xfrm>
            <a:off x="7799832" y="3822192"/>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44" name="Ikon eraser sirkel"/>
          <p:cNvSpPr/>
          <p:nvPr/>
        </p:nvSpPr>
        <p:spPr>
          <a:xfrm>
            <a:off x="7086600" y="4517136"/>
            <a:ext cx="512064" cy="512064"/>
          </a:xfrm>
          <a:prstGeom prst="ellipse">
            <a:avLst/>
          </a:prstGeom>
          <a:solidFill>
            <a:schemeClr val="accent1"/>
          </a:solidFill>
          <a:ln/>
        </p:spPr>
      </p:sp>
      <p:pic>
        <p:nvPicPr>
          <p:cNvPr id="13045" name="Ikon eraser" descr="eraser">    </p:cNvPr>
          <p:cNvPicPr>
            <a:picLocks noChangeAspect="1"/>
          </p:cNvPicPr>
          <p:nvPr/>
        </p:nvPicPr>
        <p:blipFill>
          <a:blip r:embed="rId15"/>
          <a:stretch>
            <a:fillRect/>
          </a:stretch>
        </p:blipFill>
        <p:spPr>
          <a:xfrm>
            <a:off x="7199254" y="4629790"/>
            <a:ext cx="286756" cy="286756"/>
          </a:xfrm>
          <a:prstGeom prst="rect">
            <a:avLst/>
          </a:prstGeom>
        </p:spPr>
      </p:pic>
      <p:sp>
        <p:nvSpPr>
          <p:cNvPr id="13046" name="Text 29"/>
          <p:cNvSpPr txBox="1"/>
          <p:nvPr/>
        </p:nvSpPr>
        <p:spPr>
          <a:xfrm>
            <a:off x="7799832" y="4443984"/>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47" name="Ikon gear sirkel"/>
          <p:cNvSpPr/>
          <p:nvPr/>
        </p:nvSpPr>
        <p:spPr>
          <a:xfrm>
            <a:off x="7086600" y="5138928"/>
            <a:ext cx="512064" cy="512064"/>
          </a:xfrm>
          <a:prstGeom prst="ellipse">
            <a:avLst/>
          </a:prstGeom>
          <a:solidFill>
            <a:schemeClr val="accent1"/>
          </a:solidFill>
          <a:ln/>
        </p:spPr>
      </p:sp>
      <p:pic>
        <p:nvPicPr>
          <p:cNvPr id="13048" name="Ikon gear" descr="gear">    </p:cNvPr>
          <p:cNvPicPr>
            <a:picLocks noChangeAspect="1"/>
          </p:cNvPicPr>
          <p:nvPr/>
        </p:nvPicPr>
        <p:blipFill>
          <a:blip r:embed="rId16"/>
          <a:stretch>
            <a:fillRect/>
          </a:stretch>
        </p:blipFill>
        <p:spPr>
          <a:xfrm>
            <a:off x="7199254" y="5251582"/>
            <a:ext cx="286756" cy="286756"/>
          </a:xfrm>
          <a:prstGeom prst="rect">
            <a:avLst/>
          </a:prstGeom>
        </p:spPr>
      </p:pic>
      <p:sp>
        <p:nvSpPr>
          <p:cNvPr id="13049" name="Text 31"/>
          <p:cNvSpPr txBox="1"/>
          <p:nvPr/>
        </p:nvSpPr>
        <p:spPr>
          <a:xfrm>
            <a:off x="7799832" y="5065776"/>
            <a:ext cx="3767328" cy="57607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5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623621" y="1527048"/>
            <a:ext cx="2015509"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/map.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sett sammen en rute og ta den med på GPS'en</a:t>
            </a:r>
            <a:endParaRPr lang="en-US" sz="3600" dirty="0"/>
          </a:p>
        </p:txBody>
      </p:sp>
      <p:sp>
        <p:nvSpPr>
          <p:cNvPr id="20003" name="Rutevinduet bakgrunn"/>
          <p:cNvSpPr/>
          <p:nvPr/>
        </p:nvSpPr>
        <p:spPr>
          <a:xfrm>
            <a:off x="7071055" y="1325880"/>
            <a:ext cx="4572000" cy="4983480"/>
          </a:xfrm>
          <a:prstGeom prst="roundRect">
            <a:avLst>
              <a:gd name="adj" fmla="val 2400"/>
            </a:avLst>
          </a:prstGeom>
          <a:solidFill>
            <a:schemeClr val="bg2"/>
          </a:solidFill>
          <a:ln/>
        </p:spPr>
      </p:sp>
      <p:pic>
        <p:nvPicPr>
          <p:cNvPr id="20004" name="Rutevinduet" descr="Rutevinduet">    </p:cNvPr>
          <p:cNvPicPr>
            <a:picLocks noChangeAspect="1"/>
          </p:cNvPicPr>
          <p:nvPr/>
        </p:nvPicPr>
        <p:blipFill>
          <a:blip r:embed="rId1"/>
          <a:stretch>
            <a:fillRect/>
          </a:stretch>
        </p:blipFill>
        <p:spPr>
          <a:xfrm>
            <a:off x="8084515" y="1527048"/>
            <a:ext cx="2545080" cy="4581144"/>
          </a:xfrm>
          <a:prstGeom prst="rect">
            <a:avLst/>
          </a:prstGeom>
        </p:spPr>
      </p:pic>
      <p:sp>
        <p:nvSpPr>
          <p:cNvPr id="20005" name="Ikon search sirkel"/>
          <p:cNvSpPr/>
          <p:nvPr/>
        </p:nvSpPr>
        <p:spPr>
          <a:xfrm>
            <a:off x="548640" y="1499616"/>
            <a:ext cx="512064" cy="512064"/>
          </a:xfrm>
          <a:prstGeom prst="ellipse">
            <a:avLst/>
          </a:prstGeom>
          <a:solidFill>
            <a:schemeClr val="accent1"/>
          </a:solidFill>
          <a:ln/>
        </p:spPr>
      </p:sp>
      <p:pic>
        <p:nvPicPr>
          <p:cNvPr id="20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20007" name="Text 3"/>
          <p:cNvSpPr txBox="1"/>
          <p:nvPr/>
        </p:nvSpPr>
        <p:spPr>
          <a:xfrm>
            <a:off x="1261872" y="142646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Søkbar liste</a:t>
            </a:r>
            <a:endParaRPr lang="en-US" sz="1700" dirty="0"/>
          </a:p>
          <a:p>
            <a:pPr indent="0" marL="0">
              <a:spcAft>
                <a:spcPts val="200"/>
              </a:spcAft>
              <a:buNone/>
            </a:pPr>
            <a:r>
              <a:rPr lang="en-US" sz="1400" dirty="0">
                <a:solidFill>
                  <a:schemeClr val="accent4"/>
                </a:solidFill>
              </a:rPr>
              <a:t>Geocacher og merkenåler i nærheten – og hvilken som helst GC-kode i verden</a:t>
            </a:r>
            <a:endParaRPr lang="en-US" sz="1700" dirty="0"/>
          </a:p>
        </p:txBody>
      </p:sp>
      <p:sp>
        <p:nvSpPr>
          <p:cNvPr id="20008" name="Ikon pin sirkel"/>
          <p:cNvSpPr/>
          <p:nvPr/>
        </p:nvSpPr>
        <p:spPr>
          <a:xfrm>
            <a:off x="548640" y="2688336"/>
            <a:ext cx="512064" cy="512064"/>
          </a:xfrm>
          <a:prstGeom prst="ellipse">
            <a:avLst/>
          </a:prstGeom>
          <a:solidFill>
            <a:schemeClr val="accent1"/>
          </a:solidFill>
          <a:ln/>
        </p:spPr>
      </p:sp>
      <p:pic>
        <p:nvPicPr>
          <p:cNvPr id="20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20010" name="Text 5"/>
          <p:cNvSpPr txBox="1"/>
          <p:nvPr/>
        </p:nvSpPr>
        <p:spPr>
          <a:xfrm>
            <a:off x="1261872" y="261518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Velg på kartet</a:t>
            </a:r>
            <a:endParaRPr lang="en-US" sz="1700" dirty="0"/>
          </a:p>
          <a:p>
            <a:pPr indent="0" marL="0">
              <a:spcAft>
                <a:spcPts val="200"/>
              </a:spcAft>
              <a:buNone/>
            </a:pPr>
            <a:r>
              <a:rPr lang="en-US" sz="1400" dirty="0">
                <a:solidFill>
                  <a:schemeClr val="accent4"/>
                </a:solidFill>
              </a:rPr>
              <a:t>Klikk på cacher og nåler mens rutevinduet er åpent, eller bruk høyreklikkboblen</a:t>
            </a:r>
            <a:endParaRPr lang="en-US" sz="1700" dirty="0"/>
          </a:p>
        </p:txBody>
      </p:sp>
      <p:sp>
        <p:nvSpPr>
          <p:cNvPr id="20011" name="Ikon route sirkel"/>
          <p:cNvSpPr/>
          <p:nvPr/>
        </p:nvSpPr>
        <p:spPr>
          <a:xfrm>
            <a:off x="548640" y="3877056"/>
            <a:ext cx="512064" cy="512064"/>
          </a:xfrm>
          <a:prstGeom prst="ellipse">
            <a:avLst/>
          </a:prstGeom>
          <a:solidFill>
            <a:schemeClr val="accent1"/>
          </a:solidFill>
          <a:ln/>
        </p:spPr>
      </p:sp>
      <p:pic>
        <p:nvPicPr>
          <p:cNvPr id="20012" name="Ikon route" descr="route">    </p:cNvPr>
          <p:cNvPicPr>
            <a:picLocks noChangeAspect="1"/>
          </p:cNvPicPr>
          <p:nvPr/>
        </p:nvPicPr>
        <p:blipFill>
          <a:blip r:embed="rId4"/>
          <a:stretch>
            <a:fillRect/>
          </a:stretch>
        </p:blipFill>
        <p:spPr>
          <a:xfrm>
            <a:off x="661294" y="3989710"/>
            <a:ext cx="286756" cy="286756"/>
          </a:xfrm>
          <a:prstGeom prst="rect">
            <a:avLst/>
          </a:prstGeom>
        </p:spPr>
      </p:pic>
      <p:sp>
        <p:nvSpPr>
          <p:cNvPr id="20013" name="Text 7"/>
          <p:cNvSpPr txBox="1"/>
          <p:nvPr/>
        </p:nvSpPr>
        <p:spPr>
          <a:xfrm>
            <a:off x="1261872" y="380390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Rekkefølge og rundtur</a:t>
            </a:r>
            <a:endParaRPr lang="en-US" sz="1700" dirty="0"/>
          </a:p>
          <a:p>
            <a:pPr indent="0" marL="0">
              <a:spcAft>
                <a:spcPts val="200"/>
              </a:spcAft>
              <a:buNone/>
            </a:pPr>
            <a:r>
              <a:rPr lang="en-US" sz="1400" dirty="0">
                <a:solidFill>
                  <a:schemeClr val="accent4"/>
                </a:solidFill>
              </a:rPr>
              <a:t>Flytt stopp, sorter etter nærmeste, se hver etappe – og avslutt ved start</a:t>
            </a:r>
            <a:endParaRPr lang="en-US" sz="1700" dirty="0"/>
          </a:p>
        </p:txBody>
      </p:sp>
      <p:sp>
        <p:nvSpPr>
          <p:cNvPr id="20014" name="Ikon download sirkel"/>
          <p:cNvSpPr/>
          <p:nvPr/>
        </p:nvSpPr>
        <p:spPr>
          <a:xfrm>
            <a:off x="548640" y="5065776"/>
            <a:ext cx="512064" cy="512064"/>
          </a:xfrm>
          <a:prstGeom prst="ellipse">
            <a:avLst/>
          </a:prstGeom>
          <a:solidFill>
            <a:schemeClr val="accent1"/>
          </a:solidFill>
          <a:ln/>
        </p:spPr>
      </p:sp>
      <p:pic>
        <p:nvPicPr>
          <p:cNvPr id="20015" name="Ikon download" descr="download">    </p:cNvPr>
          <p:cNvPicPr>
            <a:picLocks noChangeAspect="1"/>
          </p:cNvPicPr>
          <p:nvPr/>
        </p:nvPicPr>
        <p:blipFill>
          <a:blip r:embed="rId5"/>
          <a:stretch>
            <a:fillRect/>
          </a:stretch>
        </p:blipFill>
        <p:spPr>
          <a:xfrm>
            <a:off x="661294" y="5178430"/>
            <a:ext cx="286756" cy="286756"/>
          </a:xfrm>
          <a:prstGeom prst="rect">
            <a:avLst/>
          </a:prstGeom>
        </p:spPr>
      </p:pic>
      <p:sp>
        <p:nvSpPr>
          <p:cNvPr id="20016" name="Text 9"/>
          <p:cNvSpPr txBox="1"/>
          <p:nvPr/>
        </p:nvSpPr>
        <p:spPr>
          <a:xfrm>
            <a:off x="1261872" y="4992624"/>
            <a:ext cx="55961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Forhåndsvis og last ned</a:t>
            </a:r>
            <a:endParaRPr lang="en-US" sz="1700" dirty="0"/>
          </a:p>
          <a:p>
            <a:pPr indent="0" marL="0">
              <a:spcAft>
                <a:spcPts val="200"/>
              </a:spcAft>
              <a:buNone/>
            </a:pPr>
            <a:r>
              <a:rPr lang="en-US" sz="1400" dirty="0">
                <a:solidFill>
                  <a:schemeClr val="accent4"/>
                </a:solidFill>
              </a:rPr>
              <a:t>GPX med Garmin-symboler – eventuelt med fulle cachedata (papirløse cacher)</a:t>
            </a:r>
            <a:endParaRPr lang="en-US" sz="1700" dirty="0"/>
          </a:p>
        </p:txBody>
      </p:sp>
      <p:sp>
        <p:nvSpPr>
          <p:cNvPr id="20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Nyhet: geocachene på kartet i en liste</a:t>
            </a:r>
            <a:endParaRPr lang="en-US" sz="3600" dirty="0"/>
          </a:p>
        </p:txBody>
      </p:sp>
      <p:sp>
        <p:nvSpPr>
          <p:cNvPr id="21003" name="Cachelisten bakgrunn"/>
          <p:cNvSpPr/>
          <p:nvPr/>
        </p:nvSpPr>
        <p:spPr>
          <a:xfrm>
            <a:off x="7619695" y="1325880"/>
            <a:ext cx="4023360" cy="4983480"/>
          </a:xfrm>
          <a:prstGeom prst="roundRect">
            <a:avLst>
              <a:gd name="adj" fmla="val 2727"/>
            </a:avLst>
          </a:prstGeom>
          <a:solidFill>
            <a:schemeClr val="bg2"/>
          </a:solidFill>
          <a:ln/>
        </p:spPr>
      </p:sp>
      <p:pic>
        <p:nvPicPr>
          <p:cNvPr id="21004" name="Cachelisten" descr="Cachelisten">    </p:cNvPr>
          <p:cNvPicPr>
            <a:picLocks noChangeAspect="1"/>
          </p:cNvPicPr>
          <p:nvPr/>
        </p:nvPicPr>
        <p:blipFill>
          <a:blip r:embed="rId1"/>
          <a:stretch>
            <a:fillRect/>
          </a:stretch>
        </p:blipFill>
        <p:spPr>
          <a:xfrm>
            <a:off x="7934655" y="1527048"/>
            <a:ext cx="3393440" cy="4581144"/>
          </a:xfrm>
          <a:prstGeom prst="rect">
            <a:avLst/>
          </a:prstGeom>
        </p:spPr>
      </p:pic>
      <p:sp>
        <p:nvSpPr>
          <p:cNvPr id="21005" name="Ikon list sirkel"/>
          <p:cNvSpPr/>
          <p:nvPr/>
        </p:nvSpPr>
        <p:spPr>
          <a:xfrm>
            <a:off x="548640" y="1499616"/>
            <a:ext cx="512064" cy="512064"/>
          </a:xfrm>
          <a:prstGeom prst="ellipse">
            <a:avLst/>
          </a:prstGeom>
          <a:solidFill>
            <a:schemeClr val="accent1"/>
          </a:solidFill>
          <a:ln/>
        </p:spPr>
      </p:sp>
      <p:pic>
        <p:nvPicPr>
          <p:cNvPr id="21006" name="Ikon list" descr="list">    </p:cNvPr>
          <p:cNvPicPr>
            <a:picLocks noChangeAspect="1"/>
          </p:cNvPicPr>
          <p:nvPr/>
        </p:nvPicPr>
        <p:blipFill>
          <a:blip r:embed="rId2"/>
          <a:stretch>
            <a:fillRect/>
          </a:stretch>
        </p:blipFill>
        <p:spPr>
          <a:xfrm>
            <a:off x="661294" y="1612270"/>
            <a:ext cx="286756" cy="286756"/>
          </a:xfrm>
          <a:prstGeom prst="rect">
            <a:avLst/>
          </a:prstGeom>
        </p:spPr>
      </p:pic>
      <p:sp>
        <p:nvSpPr>
          <p:cNvPr id="21007" name="Text 3"/>
          <p:cNvSpPr txBox="1"/>
          <p:nvPr/>
        </p:nvSpPr>
        <p:spPr>
          <a:xfrm>
            <a:off x="1261872" y="142646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Følger kartet</a:t>
            </a:r>
            <a:endParaRPr lang="en-US" sz="1700" dirty="0"/>
          </a:p>
          <a:p>
            <a:pPr indent="0" marL="0">
              <a:spcAft>
                <a:spcPts val="200"/>
              </a:spcAft>
              <a:buNone/>
            </a:pPr>
            <a:r>
              <a:rPr lang="en-US" sz="1400" dirty="0">
                <a:solidFill>
                  <a:schemeClr val="accent4"/>
                </a:solidFill>
              </a:rPr>
              <a:t>Geocachene i kartutsnittet, nærmest midten først – med Løst, Funnet, Eiet, D/T og ♥</a:t>
            </a:r>
            <a:endParaRPr lang="en-US" sz="1700" dirty="0"/>
          </a:p>
        </p:txBody>
      </p:sp>
      <p:sp>
        <p:nvSpPr>
          <p:cNvPr id="21008" name="Ikon search sirkel"/>
          <p:cNvSpPr/>
          <p:nvPr/>
        </p:nvSpPr>
        <p:spPr>
          <a:xfrm>
            <a:off x="548640" y="2688336"/>
            <a:ext cx="512064" cy="512064"/>
          </a:xfrm>
          <a:prstGeom prst="ellipse">
            <a:avLst/>
          </a:prstGeom>
          <a:solidFill>
            <a:schemeClr val="accent1"/>
          </a:solidFill>
          <a:ln/>
        </p:spPr>
      </p:sp>
      <p:pic>
        <p:nvPicPr>
          <p:cNvPr id="21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21010" name="Text 5"/>
          <p:cNvSpPr txBox="1"/>
          <p:nvPr/>
        </p:nvSpPr>
        <p:spPr>
          <a:xfrm>
            <a:off x="1261872" y="261518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Pek og finn</a:t>
            </a:r>
            <a:endParaRPr lang="en-US" sz="1700" dirty="0"/>
          </a:p>
          <a:p>
            <a:pPr indent="0" marL="0">
              <a:spcAft>
                <a:spcPts val="200"/>
              </a:spcAft>
              <a:buNone/>
            </a:pPr>
            <a:r>
              <a:rPr lang="en-US" sz="1400" dirty="0">
                <a:solidFill>
                  <a:schemeClr val="accent4"/>
                </a:solidFill>
              </a:rPr>
              <a:t>Pek på en cache i kartet, så markeres den i listen. Filtrer på kode eller navn</a:t>
            </a:r>
            <a:endParaRPr lang="en-US" sz="1700" dirty="0"/>
          </a:p>
        </p:txBody>
      </p:sp>
      <p:sp>
        <p:nvSpPr>
          <p:cNvPr id="21011" name="Ikon locate sirkel"/>
          <p:cNvSpPr/>
          <p:nvPr/>
        </p:nvSpPr>
        <p:spPr>
          <a:xfrm>
            <a:off x="548640" y="3877056"/>
            <a:ext cx="512064" cy="512064"/>
          </a:xfrm>
          <a:prstGeom prst="ellipse">
            <a:avLst/>
          </a:prstGeom>
          <a:solidFill>
            <a:schemeClr val="accent1"/>
          </a:solidFill>
          <a:ln/>
        </p:spPr>
      </p:sp>
      <p:pic>
        <p:nvPicPr>
          <p:cNvPr id="21012" name="Ikon locate" descr="locate">    </p:cNvPr>
          <p:cNvPicPr>
            <a:picLocks noChangeAspect="1"/>
          </p:cNvPicPr>
          <p:nvPr/>
        </p:nvPicPr>
        <p:blipFill>
          <a:blip r:embed="rId4"/>
          <a:stretch>
            <a:fillRect/>
          </a:stretch>
        </p:blipFill>
        <p:spPr>
          <a:xfrm>
            <a:off x="661294" y="3989710"/>
            <a:ext cx="286756" cy="286756"/>
          </a:xfrm>
          <a:prstGeom prst="rect">
            <a:avLst/>
          </a:prstGeom>
        </p:spPr>
      </p:pic>
      <p:sp>
        <p:nvSpPr>
          <p:cNvPr id="21013" name="Text 7"/>
          <p:cNvSpPr txBox="1"/>
          <p:nvPr/>
        </p:nvSpPr>
        <p:spPr>
          <a:xfrm>
            <a:off x="1261872" y="380390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Zoom med glød</a:t>
            </a:r>
            <a:endParaRPr lang="en-US" sz="1700" dirty="0"/>
          </a:p>
          <a:p>
            <a:pPr indent="0" marL="0">
              <a:spcAft>
                <a:spcPts val="200"/>
              </a:spcAft>
              <a:buNone/>
            </a:pPr>
            <a:r>
              <a:rPr lang="en-US" sz="1400" dirty="0">
                <a:solidFill>
                  <a:schemeClr val="accent4"/>
                </a:solidFill>
              </a:rPr>
              <a:t>Klikk for å zoome helt inn – cachen gløder i kartet. Klikk igjen for å gå tilbake</a:t>
            </a:r>
            <a:endParaRPr lang="en-US" sz="1700" dirty="0"/>
          </a:p>
        </p:txBody>
      </p:sp>
      <p:sp>
        <p:nvSpPr>
          <p:cNvPr id="21014" name="Ikon external sirkel"/>
          <p:cNvSpPr/>
          <p:nvPr/>
        </p:nvSpPr>
        <p:spPr>
          <a:xfrm>
            <a:off x="548640" y="5065776"/>
            <a:ext cx="512064" cy="512064"/>
          </a:xfrm>
          <a:prstGeom prst="ellipse">
            <a:avLst/>
          </a:prstGeom>
          <a:solidFill>
            <a:schemeClr val="accent1"/>
          </a:solidFill>
          <a:ln/>
        </p:spPr>
      </p:sp>
      <p:pic>
        <p:nvPicPr>
          <p:cNvPr id="21015" name="Ikon external" descr="external">    </p:cNvPr>
          <p:cNvPicPr>
            <a:picLocks noChangeAspect="1"/>
          </p:cNvPicPr>
          <p:nvPr/>
        </p:nvPicPr>
        <p:blipFill>
          <a:blip r:embed="rId5"/>
          <a:stretch>
            <a:fillRect/>
          </a:stretch>
        </p:blipFill>
        <p:spPr>
          <a:xfrm>
            <a:off x="661294" y="5178430"/>
            <a:ext cx="286756" cy="286756"/>
          </a:xfrm>
          <a:prstGeom prst="rect">
            <a:avLst/>
          </a:prstGeom>
        </p:spPr>
      </p:pic>
      <p:sp>
        <p:nvSpPr>
          <p:cNvPr id="21016" name="Text 9"/>
          <p:cNvSpPr txBox="1"/>
          <p:nvPr/>
        </p:nvSpPr>
        <p:spPr>
          <a:xfrm>
            <a:off x="1261872" y="4992624"/>
            <a:ext cx="605332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Cachesiden</a:t>
            </a:r>
            <a:endParaRPr lang="en-US" sz="1700" dirty="0"/>
          </a:p>
          <a:p>
            <a:pPr indent="0" marL="0">
              <a:spcAft>
                <a:spcPts val="200"/>
              </a:spcAft>
              <a:buNone/>
            </a:pPr>
            <a:r>
              <a:rPr lang="en-US" sz="1400" dirty="0">
                <a:solidFill>
                  <a:schemeClr val="accent4"/>
                </a:solidFill>
              </a:rPr>
              <a:t>Knappen på linjen åpner cachesiden i en ny fane</a:t>
            </a:r>
            <a:endParaRPr lang="en-US" sz="1700" dirty="0"/>
          </a:p>
        </p:txBody>
      </p:sp>
      <p:sp>
        <p:nvSpPr>
          <p:cNvPr id="21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2003" name="Ikon circles sirkel"/>
          <p:cNvSpPr/>
          <p:nvPr/>
        </p:nvSpPr>
        <p:spPr>
          <a:xfrm>
            <a:off x="548640" y="1499616"/>
            <a:ext cx="512064" cy="512064"/>
          </a:xfrm>
          <a:prstGeom prst="ellipse">
            <a:avLst/>
          </a:prstGeom>
          <a:solidFill>
            <a:schemeClr val="accent1"/>
          </a:solidFill>
          <a:ln/>
        </p:spPr>
      </p:sp>
      <p:pic>
        <p:nvPicPr>
          <p:cNvPr id="22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2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2006" name="Ikon check sirkel"/>
          <p:cNvSpPr/>
          <p:nvPr/>
        </p:nvSpPr>
        <p:spPr>
          <a:xfrm>
            <a:off x="548640" y="2642616"/>
            <a:ext cx="512064" cy="512064"/>
          </a:xfrm>
          <a:prstGeom prst="ellipse">
            <a:avLst/>
          </a:prstGeom>
          <a:solidFill>
            <a:schemeClr val="accent1"/>
          </a:solidFill>
          <a:ln/>
        </p:spPr>
      </p:sp>
      <p:pic>
        <p:nvPicPr>
          <p:cNvPr id="22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2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2009" name="Ikon pin sirkel"/>
          <p:cNvSpPr/>
          <p:nvPr/>
        </p:nvSpPr>
        <p:spPr>
          <a:xfrm>
            <a:off x="548640" y="3785616"/>
            <a:ext cx="512064" cy="512064"/>
          </a:xfrm>
          <a:prstGeom prst="ellipse">
            <a:avLst/>
          </a:prstGeom>
          <a:solidFill>
            <a:schemeClr val="accent1"/>
          </a:solidFill>
          <a:ln/>
        </p:spPr>
      </p:sp>
      <p:pic>
        <p:nvPicPr>
          <p:cNvPr id="22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2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2012" name="Ikon ring sirkel"/>
          <p:cNvSpPr/>
          <p:nvPr/>
        </p:nvSpPr>
        <p:spPr>
          <a:xfrm>
            <a:off x="548640" y="4928616"/>
            <a:ext cx="512064" cy="512064"/>
          </a:xfrm>
          <a:prstGeom prst="ellipse">
            <a:avLst/>
          </a:prstGeom>
          <a:solidFill>
            <a:schemeClr val="accent1"/>
          </a:solidFill>
          <a:ln/>
        </p:spPr>
      </p:sp>
      <p:pic>
        <p:nvPicPr>
          <p:cNvPr id="22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2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2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2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2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2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3003" name="Kort 161 m-sirkler"/>
          <p:cNvSpPr/>
          <p:nvPr/>
        </p:nvSpPr>
        <p:spPr>
          <a:xfrm>
            <a:off x="548640" y="1508760"/>
            <a:ext cx="3484778" cy="4206240"/>
          </a:xfrm>
          <a:prstGeom prst="roundRect">
            <a:avLst>
              <a:gd name="adj" fmla="val 3149"/>
            </a:avLst>
          </a:prstGeom>
          <a:solidFill>
            <a:schemeClr val="bg2"/>
          </a:solidFill>
          <a:ln/>
        </p:spPr>
      </p:sp>
      <p:sp>
        <p:nvSpPr>
          <p:cNvPr id="23004" name="Ikon circles sirkel"/>
          <p:cNvSpPr/>
          <p:nvPr/>
        </p:nvSpPr>
        <p:spPr>
          <a:xfrm>
            <a:off x="914400" y="1920240"/>
            <a:ext cx="822960" cy="822960"/>
          </a:xfrm>
          <a:prstGeom prst="ellipse">
            <a:avLst/>
          </a:prstGeom>
          <a:solidFill>
            <a:schemeClr val="accent1"/>
          </a:solidFill>
          <a:ln/>
        </p:spPr>
      </p:sp>
      <p:pic>
        <p:nvPicPr>
          <p:cNvPr id="23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3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3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3008" name="Kort Cachesider"/>
          <p:cNvSpPr/>
          <p:nvPr/>
        </p:nvSpPr>
        <p:spPr>
          <a:xfrm>
            <a:off x="4353458" y="1508760"/>
            <a:ext cx="3484778" cy="4206240"/>
          </a:xfrm>
          <a:prstGeom prst="roundRect">
            <a:avLst>
              <a:gd name="adj" fmla="val 3149"/>
            </a:avLst>
          </a:prstGeom>
          <a:solidFill>
            <a:schemeClr val="bg2"/>
          </a:solidFill>
          <a:ln/>
        </p:spPr>
      </p:sp>
      <p:sp>
        <p:nvSpPr>
          <p:cNvPr id="23009" name="Ikon layers sirkel"/>
          <p:cNvSpPr/>
          <p:nvPr/>
        </p:nvSpPr>
        <p:spPr>
          <a:xfrm>
            <a:off x="4719218" y="1920240"/>
            <a:ext cx="822960" cy="822960"/>
          </a:xfrm>
          <a:prstGeom prst="ellipse">
            <a:avLst/>
          </a:prstGeom>
          <a:solidFill>
            <a:schemeClr val="accent1"/>
          </a:solidFill>
          <a:ln/>
        </p:spPr>
      </p:sp>
      <p:pic>
        <p:nvPicPr>
          <p:cNvPr id="23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3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3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3013" name="Kort Hjem"/>
          <p:cNvSpPr/>
          <p:nvPr/>
        </p:nvSpPr>
        <p:spPr>
          <a:xfrm>
            <a:off x="8158277" y="1508760"/>
            <a:ext cx="3484778" cy="4206240"/>
          </a:xfrm>
          <a:prstGeom prst="roundRect">
            <a:avLst>
              <a:gd name="adj" fmla="val 3149"/>
            </a:avLst>
          </a:prstGeom>
          <a:solidFill>
            <a:schemeClr val="bg2"/>
          </a:solidFill>
          <a:ln/>
        </p:spPr>
      </p:sp>
      <p:sp>
        <p:nvSpPr>
          <p:cNvPr id="23014" name="Ikon home sirkel"/>
          <p:cNvSpPr/>
          <p:nvPr/>
        </p:nvSpPr>
        <p:spPr>
          <a:xfrm>
            <a:off x="8524037" y="1920240"/>
            <a:ext cx="822960" cy="822960"/>
          </a:xfrm>
          <a:prstGeom prst="ellipse">
            <a:avLst/>
          </a:prstGeom>
          <a:solidFill>
            <a:schemeClr val="accent1"/>
          </a:solidFill>
          <a:ln/>
        </p:spPr>
      </p:sp>
      <p:pic>
        <p:nvPicPr>
          <p:cNvPr id="23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3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3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3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4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4004" name="Lag Kontroller"/>
          <p:cNvSpPr/>
          <p:nvPr/>
        </p:nvSpPr>
        <p:spPr>
          <a:xfrm>
            <a:off x="548640" y="1517904"/>
            <a:ext cx="11094415" cy="384048"/>
          </a:xfrm>
          <a:prstGeom prst="roundRect">
            <a:avLst>
              <a:gd name="adj" fmla="val 16667"/>
            </a:avLst>
          </a:prstGeom>
          <a:solidFill>
            <a:schemeClr val="bg2"/>
          </a:solidFill>
          <a:ln/>
        </p:spPr>
      </p:sp>
      <p:sp>
        <p:nvSpPr>
          <p:cNvPr id="24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4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4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4008" name="Lag Bobler"/>
          <p:cNvSpPr/>
          <p:nvPr/>
        </p:nvSpPr>
        <p:spPr>
          <a:xfrm>
            <a:off x="548640" y="1947672"/>
            <a:ext cx="11094415" cy="384048"/>
          </a:xfrm>
          <a:prstGeom prst="roundRect">
            <a:avLst>
              <a:gd name="adj" fmla="val 16667"/>
            </a:avLst>
          </a:prstGeom>
          <a:solidFill>
            <a:schemeClr val="bg2"/>
          </a:solidFill>
          <a:ln/>
        </p:spPr>
      </p:sp>
      <p:sp>
        <p:nvSpPr>
          <p:cNvPr id="24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4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4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4012" name="Lag Markører"/>
          <p:cNvSpPr/>
          <p:nvPr/>
        </p:nvSpPr>
        <p:spPr>
          <a:xfrm>
            <a:off x="548640" y="2377440"/>
            <a:ext cx="11094415" cy="384048"/>
          </a:xfrm>
          <a:prstGeom prst="roundRect">
            <a:avLst>
              <a:gd name="adj" fmla="val 16667"/>
            </a:avLst>
          </a:prstGeom>
          <a:solidFill>
            <a:schemeClr val="bg2"/>
          </a:solidFill>
          <a:ln/>
        </p:spPr>
      </p:sp>
      <p:sp>
        <p:nvSpPr>
          <p:cNvPr id="24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4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4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4016" name="Lag Tegninger"/>
          <p:cNvSpPr/>
          <p:nvPr/>
        </p:nvSpPr>
        <p:spPr>
          <a:xfrm>
            <a:off x="548640" y="2807208"/>
            <a:ext cx="11094415" cy="384048"/>
          </a:xfrm>
          <a:prstGeom prst="roundRect">
            <a:avLst>
              <a:gd name="adj" fmla="val 16667"/>
            </a:avLst>
          </a:prstGeom>
          <a:solidFill>
            <a:schemeClr val="bg2"/>
          </a:solidFill>
          <a:ln/>
        </p:spPr>
      </p:sp>
      <p:sp>
        <p:nvSpPr>
          <p:cNvPr id="24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4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4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4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4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4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4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4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4025" name="Lag Forhåndsvisning"/>
          <p:cNvSpPr/>
          <p:nvPr/>
        </p:nvSpPr>
        <p:spPr>
          <a:xfrm>
            <a:off x="548640" y="4069080"/>
            <a:ext cx="11094415" cy="384048"/>
          </a:xfrm>
          <a:prstGeom prst="roundRect">
            <a:avLst>
              <a:gd name="adj" fmla="val 16667"/>
            </a:avLst>
          </a:prstGeom>
          <a:solidFill>
            <a:schemeClr val="accent3"/>
          </a:solidFill>
          <a:ln/>
        </p:spPr>
      </p:sp>
      <p:sp>
        <p:nvSpPr>
          <p:cNvPr id="24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4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4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4029" name="Lag Dine overlegg"/>
          <p:cNvSpPr/>
          <p:nvPr/>
        </p:nvSpPr>
        <p:spPr>
          <a:xfrm>
            <a:off x="548640" y="4498848"/>
            <a:ext cx="11094415" cy="384048"/>
          </a:xfrm>
          <a:prstGeom prst="roundRect">
            <a:avLst>
              <a:gd name="adj" fmla="val 16667"/>
            </a:avLst>
          </a:prstGeom>
          <a:solidFill>
            <a:schemeClr val="accent1"/>
          </a:solidFill>
          <a:ln/>
        </p:spPr>
      </p:sp>
      <p:sp>
        <p:nvSpPr>
          <p:cNvPr id="24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4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4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4033" name="Lag Ditt bakgrunnskart"/>
          <p:cNvSpPr/>
          <p:nvPr/>
        </p:nvSpPr>
        <p:spPr>
          <a:xfrm>
            <a:off x="548640" y="4928616"/>
            <a:ext cx="11094415" cy="384048"/>
          </a:xfrm>
          <a:prstGeom prst="roundRect">
            <a:avLst>
              <a:gd name="adj" fmla="val 16667"/>
            </a:avLst>
          </a:prstGeom>
          <a:solidFill>
            <a:schemeClr val="tx2"/>
          </a:solidFill>
          <a:ln/>
        </p:spPr>
      </p:sp>
      <p:sp>
        <p:nvSpPr>
          <p:cNvPr id="24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4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4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4037" name="Lag geocaching.com-kartet"/>
          <p:cNvSpPr/>
          <p:nvPr/>
        </p:nvSpPr>
        <p:spPr>
          <a:xfrm>
            <a:off x="548640" y="5358384"/>
            <a:ext cx="11094415" cy="384048"/>
          </a:xfrm>
          <a:prstGeom prst="roundRect">
            <a:avLst>
              <a:gd name="adj" fmla="val 16667"/>
            </a:avLst>
          </a:prstGeom>
          <a:solidFill>
            <a:schemeClr val="accent5"/>
          </a:solidFill>
          <a:ln/>
        </p:spPr>
      </p:sp>
      <p:sp>
        <p:nvSpPr>
          <p:cNvPr id="24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4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4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4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4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5003" name="Ikon layers sirkel"/>
          <p:cNvSpPr/>
          <p:nvPr/>
        </p:nvSpPr>
        <p:spPr>
          <a:xfrm>
            <a:off x="548640" y="1591056"/>
            <a:ext cx="512064" cy="512064"/>
          </a:xfrm>
          <a:prstGeom prst="ellipse">
            <a:avLst/>
          </a:prstGeom>
          <a:solidFill>
            <a:schemeClr val="accent1"/>
          </a:solidFill>
          <a:ln/>
        </p:spPr>
      </p:sp>
      <p:pic>
        <p:nvPicPr>
          <p:cNvPr id="25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5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5006" name="Ikon eraser sirkel"/>
          <p:cNvSpPr/>
          <p:nvPr/>
        </p:nvSpPr>
        <p:spPr>
          <a:xfrm>
            <a:off x="548640" y="2916936"/>
            <a:ext cx="512064" cy="512064"/>
          </a:xfrm>
          <a:prstGeom prst="ellipse">
            <a:avLst/>
          </a:prstGeom>
          <a:solidFill>
            <a:schemeClr val="accent1"/>
          </a:solidFill>
          <a:ln/>
        </p:spPr>
      </p:sp>
      <p:pic>
        <p:nvPicPr>
          <p:cNvPr id="25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5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5009" name="Ikon ring sirkel"/>
          <p:cNvSpPr/>
          <p:nvPr/>
        </p:nvSpPr>
        <p:spPr>
          <a:xfrm>
            <a:off x="548640" y="4242816"/>
            <a:ext cx="512064" cy="512064"/>
          </a:xfrm>
          <a:prstGeom prst="ellipse">
            <a:avLst/>
          </a:prstGeom>
          <a:solidFill>
            <a:schemeClr val="accent1"/>
          </a:solidFill>
          <a:ln/>
        </p:spPr>
      </p:sp>
      <p:pic>
        <p:nvPicPr>
          <p:cNvPr id="25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5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5012" name="Ikon locate sirkel"/>
          <p:cNvSpPr/>
          <p:nvPr/>
        </p:nvSpPr>
        <p:spPr>
          <a:xfrm>
            <a:off x="6355080" y="1591056"/>
            <a:ext cx="512064" cy="512064"/>
          </a:xfrm>
          <a:prstGeom prst="ellipse">
            <a:avLst/>
          </a:prstGeom>
          <a:solidFill>
            <a:schemeClr val="accent1"/>
          </a:solidFill>
          <a:ln/>
        </p:spPr>
      </p:sp>
      <p:pic>
        <p:nvPicPr>
          <p:cNvPr id="25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5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5015" name="Ikon check sirkel"/>
          <p:cNvSpPr/>
          <p:nvPr/>
        </p:nvSpPr>
        <p:spPr>
          <a:xfrm>
            <a:off x="6355080" y="2916936"/>
            <a:ext cx="512064" cy="512064"/>
          </a:xfrm>
          <a:prstGeom prst="ellipse">
            <a:avLst/>
          </a:prstGeom>
          <a:solidFill>
            <a:schemeClr val="accent1"/>
          </a:solidFill>
          <a:ln/>
        </p:spPr>
      </p:sp>
      <p:pic>
        <p:nvPicPr>
          <p:cNvPr id="25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5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5018" name="Ikon search sirkel"/>
          <p:cNvSpPr/>
          <p:nvPr/>
        </p:nvSpPr>
        <p:spPr>
          <a:xfrm>
            <a:off x="6355080" y="4242816"/>
            <a:ext cx="512064" cy="512064"/>
          </a:xfrm>
          <a:prstGeom prst="ellipse">
            <a:avLst/>
          </a:prstGeom>
          <a:solidFill>
            <a:schemeClr val="accent1"/>
          </a:solidFill>
          <a:ln/>
        </p:spPr>
      </p:sp>
      <p:pic>
        <p:nvPicPr>
          <p:cNvPr id="25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5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5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26001" name=""/>
        <p:cNvGrpSpPr/>
        <p:nvPr/>
      </p:nvGrpSpPr>
      <p:grpSpPr>
        <a:xfrm>
          <a:off x="0" y="0"/>
          <a:ext cx="0" cy="0"/>
          <a:chOff x="0" y="0"/>
          <a:chExt cx="0" cy="0"/>
        </a:xfrm>
      </p:grpSpPr>
      <p:sp>
        <p:nvSpPr>
          <p:cNvPr id="2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6003" name="Steg 1"/>
          <p:cNvSpPr/>
          <p:nvPr/>
        </p:nvSpPr>
        <p:spPr>
          <a:xfrm>
            <a:off x="548640" y="1463040"/>
            <a:ext cx="731520" cy="731520"/>
          </a:xfrm>
          <a:prstGeom prst="ellipse">
            <a:avLst/>
          </a:prstGeom>
          <a:solidFill>
            <a:schemeClr val="accent1"/>
          </a:solidFill>
          <a:ln/>
        </p:spPr>
      </p:sp>
      <p:sp>
        <p:nvSpPr>
          <p:cNvPr id="26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6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6006" name="Steg 2"/>
          <p:cNvSpPr/>
          <p:nvPr/>
        </p:nvSpPr>
        <p:spPr>
          <a:xfrm>
            <a:off x="4353458" y="1463040"/>
            <a:ext cx="731520" cy="731520"/>
          </a:xfrm>
          <a:prstGeom prst="ellipse">
            <a:avLst/>
          </a:prstGeom>
          <a:solidFill>
            <a:schemeClr val="accent1"/>
          </a:solidFill>
          <a:ln/>
        </p:spPr>
      </p:sp>
      <p:sp>
        <p:nvSpPr>
          <p:cNvPr id="26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6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6009" name="Steg 3"/>
          <p:cNvSpPr/>
          <p:nvPr/>
        </p:nvSpPr>
        <p:spPr>
          <a:xfrm>
            <a:off x="8158277" y="1463040"/>
            <a:ext cx="731520" cy="731520"/>
          </a:xfrm>
          <a:prstGeom prst="ellipse">
            <a:avLst/>
          </a:prstGeom>
          <a:solidFill>
            <a:schemeClr val="accent1"/>
          </a:solidFill>
          <a:ln/>
        </p:spPr>
      </p:sp>
      <p:sp>
        <p:nvSpPr>
          <p:cNvPr id="26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6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6012" name="Personvern"/>
          <p:cNvSpPr/>
          <p:nvPr/>
        </p:nvSpPr>
        <p:spPr>
          <a:xfrm>
            <a:off x="548640" y="3977640"/>
            <a:ext cx="11094415" cy="1783080"/>
          </a:xfrm>
          <a:prstGeom prst="roundRect">
            <a:avLst>
              <a:gd name="adj" fmla="val 6154"/>
            </a:avLst>
          </a:prstGeom>
          <a:solidFill>
            <a:schemeClr val="bg2"/>
          </a:solidFill>
          <a:ln/>
        </p:spPr>
      </p:sp>
      <p:sp>
        <p:nvSpPr>
          <p:cNvPr id="26013" name="Ikon check sirkel"/>
          <p:cNvSpPr/>
          <p:nvPr/>
        </p:nvSpPr>
        <p:spPr>
          <a:xfrm>
            <a:off x="868680" y="4251960"/>
            <a:ext cx="640080" cy="640080"/>
          </a:xfrm>
          <a:prstGeom prst="ellipse">
            <a:avLst/>
          </a:prstGeom>
          <a:solidFill>
            <a:schemeClr val="accent1"/>
          </a:solidFill>
          <a:ln/>
        </p:spPr>
      </p:sp>
      <p:pic>
        <p:nvPicPr>
          <p:cNvPr id="26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6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6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27001" name=""/>
        <p:cNvGrpSpPr/>
        <p:nvPr/>
      </p:nvGrpSpPr>
      <p:grpSpPr>
        <a:xfrm>
          <a:off x="0" y="0"/>
          <a:ext cx="0" cy="0"/>
          <a:chOff x="0" y="0"/>
          <a:chExt cx="0" cy="0"/>
        </a:xfrm>
      </p:grpSpPr>
      <p:sp>
        <p:nvSpPr>
          <p:cNvPr id="27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7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7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7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2026-10-29T07:50:18Z</dcterms:created>
  <dcterms:modified xsi:type="dcterms:W3CDTF">2026-10-29T07:50:18Z</dcterms:modified>
</cp:coreProperties>
</file>