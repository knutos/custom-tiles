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19ce508b-1596-6563-887a-b4a952434f4e}">
          <p14:sldIdLst>
            <p14:sldId id="256"/>
            <p14:sldId id="257"/>
          </p14:sldIdLst>
        </p14:section>
        <p14:section name="Funksjoner" id="{6343c1a9-4c48-7040-9666-fe2f7a2a8242}">
          <p14:sldIdLst>
            <p14:sldId id="258"/>
            <p14:sldId id="259"/>
            <p14:sldId id="260"/>
            <p14:sldId id="261"/>
            <p14:sldId id="262"/>
            <p14:sldId id="263"/>
            <p14:sldId id="264"/>
            <p14:sldId id="265"/>
            <p14:sldId id="266"/>
            <p14:sldId id="267"/>
            <p14:sldId id="268"/>
            <p14:sldId id="269"/>
          </p14:sldIdLst>
        </p14:section>
        <p14:section name="Teknikk" id="{3070418c-c41f-acec-7d4d-76105a1c498a}">
          <p14:sldIdLst>
            <p14:sldId id="270"/>
            <p14:sldId id="271"/>
            <p14:sldId id="272"/>
          </p14:sldIdLst>
        </p14:section>
        <p14:section name="Avslutning" id="{a3d029e2-23ea-5e14-2343-ef9f593b007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Én knapp i verktøylinjen åpner et lite panel med en bryter for alt skriptet tegner oppå cachene. Hver bryter sier hvilket zoomnivå den vises fra, og sier fra når du må zoome inn. Panelet kan dras og åpnes der du sist la det. Hjelp-knappen gir en oversikt på én side. På berøringsskjermer åpner trykk og hold den samme menyen som høyreklikk.</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Gult smilefjes med grønn hake: en løst cache du har funnet. Blått merke med spørsmålstegn: en løst cache der ikonet ikke er på kartet. Liten blå prikk: fysisk steg. Liten grønn prikk: endelig plassering. Dine egne cacher, som cachesøket utelater, leses fra cachesidene; der beholdes nettstedets ikon og boble, men teksten ved musepekeren blir «Endelig plassering». Et lite typeikon kan vises nede til høyre på løste cacher – på nettstedets «løst»-ikon og på våre merker – siden «løst»-ikonet ikke viser cachetypen (Innstillinger, av som standard). Kartlagpanelet, søket og innstillingene åpnes der du sist dro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418001" name=""/>
        <p:cNvGrpSpPr/>
        <p:nvPr/>
      </p:nvGrpSpPr>
      <p:grpSpPr>
        <a:xfrm>
          <a:off x="0" y="0"/>
          <a:ext cx="0" cy="0"/>
          <a:chOff x="0" y="0"/>
          <a:chExt cx="0" cy="0"/>
        </a:xfrm>
      </p:grpSpPr>
      <p:sp>
        <p:nvSpPr>
          <p:cNvPr id="418002" name="Slide Image Placeholder 1"/>
          <p:cNvSpPr>
            <a:spLocks noGrp="1" noRot="1" noChangeAspect="1"/>
          </p:cNvSpPr>
          <p:nvPr>
            <p:ph type="sldImg"/>
          </p:nvPr>
        </p:nvSpPr>
        <p:spPr/>
      </p:sp>
      <p:sp>
        <p:nvSpPr>
          <p:cNvPr id="418003" name="Notes Placeholder 2"/>
          <p:cNvSpPr>
            <a:spLocks noGrp="1"/>
          </p:cNvSpPr>
          <p:nvPr>
            <p:ph type="body" idx="1"/>
          </p:nvPr>
        </p:nvSpPr>
        <p:spPr/>
        <p:txBody>
          <a:bodyPr/>
          <a:lstStyle/>
          <a:p>
            <a:r>
              <a:rPr lang="en-US" dirty="0"/>
              <a:t>Takk for oppmerksomheten. Spørsmål?</a:t>
            </a:r>
            <a:endParaRPr lang="en-US" dirty="0"/>
          </a:p>
        </p:txBody>
      </p:sp>
      <p:sp>
        <p:nvSpPr>
          <p:cNvPr id="41800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v1.55.2</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1.55.2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93976"/>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06630"/>
            <a:ext cx="286756" cy="286756"/>
          </a:xfrm>
          <a:prstGeom prst="rect">
            <a:avLst/>
          </a:prstGeom>
        </p:spPr>
      </p:pic>
      <p:sp>
        <p:nvSpPr>
          <p:cNvPr id="13010" name="Text 5"/>
          <p:cNvSpPr txBox="1"/>
          <p:nvPr/>
        </p:nvSpPr>
        <p:spPr>
          <a:xfrm>
            <a:off x="3227832" y="20208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home sirkel"/>
          <p:cNvSpPr/>
          <p:nvPr/>
        </p:nvSpPr>
        <p:spPr>
          <a:xfrm>
            <a:off x="2514600" y="2779776"/>
            <a:ext cx="512064" cy="512064"/>
          </a:xfrm>
          <a:prstGeom prst="ellipse">
            <a:avLst/>
          </a:prstGeom>
          <a:solidFill>
            <a:schemeClr val="accent1"/>
          </a:solidFill>
          <a:ln/>
        </p:spPr>
      </p:sp>
      <p:pic>
        <p:nvPicPr>
          <p:cNvPr id="13012" name="Ikon home" descr="home">    </p:cNvPr>
          <p:cNvPicPr>
            <a:picLocks noChangeAspect="1"/>
          </p:cNvPicPr>
          <p:nvPr/>
        </p:nvPicPr>
        <p:blipFill>
          <a:blip r:embed="rId4"/>
          <a:stretch>
            <a:fillRect/>
          </a:stretch>
        </p:blipFill>
        <p:spPr>
          <a:xfrm>
            <a:off x="2627254" y="2892430"/>
            <a:ext cx="286756" cy="286756"/>
          </a:xfrm>
          <a:prstGeom prst="rect">
            <a:avLst/>
          </a:prstGeom>
        </p:spPr>
      </p:pic>
      <p:sp>
        <p:nvSpPr>
          <p:cNvPr id="13013" name="Text 7"/>
          <p:cNvSpPr txBox="1"/>
          <p:nvPr/>
        </p:nvSpPr>
        <p:spPr>
          <a:xfrm>
            <a:off x="3227832" y="27066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14" name="Ikon locate sirkel"/>
          <p:cNvSpPr/>
          <p:nvPr/>
        </p:nvSpPr>
        <p:spPr>
          <a:xfrm>
            <a:off x="2514600" y="3465576"/>
            <a:ext cx="512064" cy="512064"/>
          </a:xfrm>
          <a:prstGeom prst="ellipse">
            <a:avLst/>
          </a:prstGeom>
          <a:solidFill>
            <a:schemeClr val="accent1"/>
          </a:solidFill>
          <a:ln/>
        </p:spPr>
      </p:sp>
      <p:pic>
        <p:nvPicPr>
          <p:cNvPr id="13015" name="Ikon locate" descr="locate">    </p:cNvPr>
          <p:cNvPicPr>
            <a:picLocks noChangeAspect="1"/>
          </p:cNvPicPr>
          <p:nvPr/>
        </p:nvPicPr>
        <p:blipFill>
          <a:blip r:embed="rId5"/>
          <a:stretch>
            <a:fillRect/>
          </a:stretch>
        </p:blipFill>
        <p:spPr>
          <a:xfrm>
            <a:off x="2627254" y="3578230"/>
            <a:ext cx="286756" cy="286756"/>
          </a:xfrm>
          <a:prstGeom prst="rect">
            <a:avLst/>
          </a:prstGeom>
        </p:spPr>
      </p:pic>
      <p:sp>
        <p:nvSpPr>
          <p:cNvPr id="13016" name="Text 9"/>
          <p:cNvSpPr txBox="1"/>
          <p:nvPr/>
        </p:nvSpPr>
        <p:spPr>
          <a:xfrm>
            <a:off x="3227832" y="33924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17" name="Ikon expand sirkel"/>
          <p:cNvSpPr/>
          <p:nvPr/>
        </p:nvSpPr>
        <p:spPr>
          <a:xfrm>
            <a:off x="2514600" y="4151376"/>
            <a:ext cx="512064" cy="512064"/>
          </a:xfrm>
          <a:prstGeom prst="ellipse">
            <a:avLst/>
          </a:prstGeom>
          <a:solidFill>
            <a:schemeClr val="accent1"/>
          </a:solidFill>
          <a:ln/>
        </p:spPr>
      </p:sp>
      <p:pic>
        <p:nvPicPr>
          <p:cNvPr id="13018" name="Ikon expand" descr="expand">    </p:cNvPr>
          <p:cNvPicPr>
            <a:picLocks noChangeAspect="1"/>
          </p:cNvPicPr>
          <p:nvPr/>
        </p:nvPicPr>
        <p:blipFill>
          <a:blip r:embed="rId6"/>
          <a:stretch>
            <a:fillRect/>
          </a:stretch>
        </p:blipFill>
        <p:spPr>
          <a:xfrm>
            <a:off x="2627254" y="4264030"/>
            <a:ext cx="286756" cy="286756"/>
          </a:xfrm>
          <a:prstGeom prst="rect">
            <a:avLst/>
          </a:prstGeom>
        </p:spPr>
      </p:pic>
      <p:sp>
        <p:nvSpPr>
          <p:cNvPr id="13019" name="Text 11"/>
          <p:cNvSpPr txBox="1"/>
          <p:nvPr/>
        </p:nvSpPr>
        <p:spPr>
          <a:xfrm>
            <a:off x="3227832" y="40782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20" name="Ikon ruler sirkel"/>
          <p:cNvSpPr/>
          <p:nvPr/>
        </p:nvSpPr>
        <p:spPr>
          <a:xfrm>
            <a:off x="2514600" y="4837176"/>
            <a:ext cx="512064" cy="512064"/>
          </a:xfrm>
          <a:prstGeom prst="ellipse">
            <a:avLst/>
          </a:prstGeom>
          <a:solidFill>
            <a:schemeClr val="accent1"/>
          </a:solidFill>
          <a:ln/>
        </p:spPr>
      </p:sp>
      <p:pic>
        <p:nvPicPr>
          <p:cNvPr id="13021" name="Ikon ruler" descr="ruler">    </p:cNvPr>
          <p:cNvPicPr>
            <a:picLocks noChangeAspect="1"/>
          </p:cNvPicPr>
          <p:nvPr/>
        </p:nvPicPr>
        <p:blipFill>
          <a:blip r:embed="rId7"/>
          <a:stretch>
            <a:fillRect/>
          </a:stretch>
        </p:blipFill>
        <p:spPr>
          <a:xfrm>
            <a:off x="2627254" y="4949830"/>
            <a:ext cx="286756" cy="286756"/>
          </a:xfrm>
          <a:prstGeom prst="rect">
            <a:avLst/>
          </a:prstGeom>
        </p:spPr>
      </p:pic>
      <p:sp>
        <p:nvSpPr>
          <p:cNvPr id="13022" name="Text 13"/>
          <p:cNvSpPr txBox="1"/>
          <p:nvPr/>
        </p:nvSpPr>
        <p:spPr>
          <a:xfrm>
            <a:off x="3227832" y="47640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 festes til cacher</a:t>
            </a:r>
            <a:endParaRPr lang="en-US" sz="1700" dirty="0"/>
          </a:p>
        </p:txBody>
      </p:sp>
      <p:sp>
        <p:nvSpPr>
          <p:cNvPr id="13023" name="Ikon route sirkel"/>
          <p:cNvSpPr/>
          <p:nvPr/>
        </p:nvSpPr>
        <p:spPr>
          <a:xfrm>
            <a:off x="2514600" y="5522976"/>
            <a:ext cx="512064" cy="512064"/>
          </a:xfrm>
          <a:prstGeom prst="ellipse">
            <a:avLst/>
          </a:prstGeom>
          <a:solidFill>
            <a:schemeClr val="accent1"/>
          </a:solidFill>
          <a:ln/>
        </p:spPr>
      </p:sp>
      <p:pic>
        <p:nvPicPr>
          <p:cNvPr id="13024" name="Ikon route" descr="route">    </p:cNvPr>
          <p:cNvPicPr>
            <a:picLocks noChangeAspect="1"/>
          </p:cNvPicPr>
          <p:nvPr/>
        </p:nvPicPr>
        <p:blipFill>
          <a:blip r:embed="rId8"/>
          <a:stretch>
            <a:fillRect/>
          </a:stretch>
        </p:blipFill>
        <p:spPr>
          <a:xfrm>
            <a:off x="2627254" y="5635630"/>
            <a:ext cx="286756" cy="286756"/>
          </a:xfrm>
          <a:prstGeom prst="rect">
            <a:avLst/>
          </a:prstGeom>
        </p:spPr>
      </p:pic>
      <p:sp>
        <p:nvSpPr>
          <p:cNvPr id="13025" name="Text 15"/>
          <p:cNvSpPr txBox="1"/>
          <p:nvPr/>
        </p:nvSpPr>
        <p:spPr>
          <a:xfrm>
            <a:off x="3227832" y="54498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26" name="Ikon list sirkel"/>
          <p:cNvSpPr/>
          <p:nvPr/>
        </p:nvSpPr>
        <p:spPr>
          <a:xfrm>
            <a:off x="7086600" y="1408176"/>
            <a:ext cx="512064" cy="512064"/>
          </a:xfrm>
          <a:prstGeom prst="ellipse">
            <a:avLst/>
          </a:prstGeom>
          <a:solidFill>
            <a:schemeClr val="accent1"/>
          </a:solidFill>
          <a:ln/>
        </p:spPr>
      </p:sp>
      <p:pic>
        <p:nvPicPr>
          <p:cNvPr id="13027" name="Ikon list" descr="list">    </p:cNvPr>
          <p:cNvPicPr>
            <a:picLocks noChangeAspect="1"/>
          </p:cNvPicPr>
          <p:nvPr/>
        </p:nvPicPr>
        <p:blipFill>
          <a:blip r:embed="rId9"/>
          <a:stretch>
            <a:fillRect/>
          </a:stretch>
        </p:blipFill>
        <p:spPr>
          <a:xfrm>
            <a:off x="7199254" y="1520830"/>
            <a:ext cx="286756" cy="286756"/>
          </a:xfrm>
          <a:prstGeom prst="rect">
            <a:avLst/>
          </a:prstGeom>
        </p:spPr>
      </p:pic>
      <p:sp>
        <p:nvSpPr>
          <p:cNvPr id="13028" name="Text 17"/>
          <p:cNvSpPr txBox="1"/>
          <p:nvPr/>
        </p:nvSpPr>
        <p:spPr>
          <a:xfrm>
            <a:off x="7799832" y="13350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9" name="Ikon sliders sirkel"/>
          <p:cNvSpPr/>
          <p:nvPr/>
        </p:nvSpPr>
        <p:spPr>
          <a:xfrm>
            <a:off x="7086600" y="2093976"/>
            <a:ext cx="512064" cy="512064"/>
          </a:xfrm>
          <a:prstGeom prst="ellipse">
            <a:avLst/>
          </a:prstGeom>
          <a:solidFill>
            <a:schemeClr val="accent1"/>
          </a:solidFill>
          <a:ln/>
        </p:spPr>
      </p:sp>
      <p:pic>
        <p:nvPicPr>
          <p:cNvPr id="13030" name="Ikon sliders" descr="sliders">    </p:cNvPr>
          <p:cNvPicPr>
            <a:picLocks noChangeAspect="1"/>
          </p:cNvPicPr>
          <p:nvPr/>
        </p:nvPicPr>
        <p:blipFill>
          <a:blip r:embed="rId10"/>
          <a:stretch>
            <a:fillRect/>
          </a:stretch>
        </p:blipFill>
        <p:spPr>
          <a:xfrm>
            <a:off x="7199254" y="2206630"/>
            <a:ext cx="286756" cy="286756"/>
          </a:xfrm>
          <a:prstGeom prst="rect">
            <a:avLst/>
          </a:prstGeom>
        </p:spPr>
      </p:pic>
      <p:sp>
        <p:nvSpPr>
          <p:cNvPr id="13031" name="Text 19"/>
          <p:cNvSpPr txBox="1"/>
          <p:nvPr/>
        </p:nvSpPr>
        <p:spPr>
          <a:xfrm>
            <a:off x="7799832" y="20208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Vis på kartet</a:t>
            </a:r>
            <a:endParaRPr lang="en-US" sz="1700" dirty="0"/>
          </a:p>
          <a:p>
            <a:pPr indent="0" marL="0">
              <a:spcAft>
                <a:spcPts val="200"/>
              </a:spcAft>
              <a:buNone/>
            </a:pPr>
            <a:r>
              <a:rPr lang="en-US" sz="1400" dirty="0">
                <a:solidFill>
                  <a:schemeClr val="accent4"/>
                </a:solidFill>
              </a:rPr>
              <a:t>Sirkler, merker, favoritter, D/T, FTF og typeikoner</a:t>
            </a:r>
            <a:endParaRPr lang="en-US" sz="1700" dirty="0"/>
          </a:p>
        </p:txBody>
      </p:sp>
      <p:sp>
        <p:nvSpPr>
          <p:cNvPr id="13032" name="Ikon eyeoff sirkel"/>
          <p:cNvSpPr/>
          <p:nvPr/>
        </p:nvSpPr>
        <p:spPr>
          <a:xfrm>
            <a:off x="7086600" y="2779776"/>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892430"/>
            <a:ext cx="286756" cy="286756"/>
          </a:xfrm>
          <a:prstGeom prst="rect">
            <a:avLst/>
          </a:prstGeom>
        </p:spPr>
      </p:pic>
      <p:sp>
        <p:nvSpPr>
          <p:cNvPr id="13034" name="Text 21"/>
          <p:cNvSpPr txBox="1"/>
          <p:nvPr/>
        </p:nvSpPr>
        <p:spPr>
          <a:xfrm>
            <a:off x="7799832" y="27066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eraser sirkel"/>
          <p:cNvSpPr/>
          <p:nvPr/>
        </p:nvSpPr>
        <p:spPr>
          <a:xfrm>
            <a:off x="7086600" y="3465576"/>
            <a:ext cx="512064" cy="512064"/>
          </a:xfrm>
          <a:prstGeom prst="ellipse">
            <a:avLst/>
          </a:prstGeom>
          <a:solidFill>
            <a:schemeClr val="accent1"/>
          </a:solidFill>
          <a:ln/>
        </p:spPr>
      </p:sp>
      <p:pic>
        <p:nvPicPr>
          <p:cNvPr id="13036" name="Ikon eraser" descr="eraser">    </p:cNvPr>
          <p:cNvPicPr>
            <a:picLocks noChangeAspect="1"/>
          </p:cNvPicPr>
          <p:nvPr/>
        </p:nvPicPr>
        <p:blipFill>
          <a:blip r:embed="rId12"/>
          <a:stretch>
            <a:fillRect/>
          </a:stretch>
        </p:blipFill>
        <p:spPr>
          <a:xfrm>
            <a:off x="7199254" y="3578230"/>
            <a:ext cx="286756" cy="286756"/>
          </a:xfrm>
          <a:prstGeom prst="rect">
            <a:avLst/>
          </a:prstGeom>
        </p:spPr>
      </p:pic>
      <p:sp>
        <p:nvSpPr>
          <p:cNvPr id="13037" name="Text 23"/>
          <p:cNvSpPr txBox="1"/>
          <p:nvPr/>
        </p:nvSpPr>
        <p:spPr>
          <a:xfrm>
            <a:off x="7799832" y="33924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8" name="Ikon gear sirkel"/>
          <p:cNvSpPr/>
          <p:nvPr/>
        </p:nvSpPr>
        <p:spPr>
          <a:xfrm>
            <a:off x="7086600" y="4151376"/>
            <a:ext cx="512064" cy="512064"/>
          </a:xfrm>
          <a:prstGeom prst="ellipse">
            <a:avLst/>
          </a:prstGeom>
          <a:solidFill>
            <a:schemeClr val="accent1"/>
          </a:solidFill>
          <a:ln/>
        </p:spPr>
      </p:sp>
      <p:pic>
        <p:nvPicPr>
          <p:cNvPr id="13039" name="Ikon gear" descr="gear">    </p:cNvPr>
          <p:cNvPicPr>
            <a:picLocks noChangeAspect="1"/>
          </p:cNvPicPr>
          <p:nvPr/>
        </p:nvPicPr>
        <p:blipFill>
          <a:blip r:embed="rId13"/>
          <a:stretch>
            <a:fillRect/>
          </a:stretch>
        </p:blipFill>
        <p:spPr>
          <a:xfrm>
            <a:off x="7199254" y="4264030"/>
            <a:ext cx="286756" cy="286756"/>
          </a:xfrm>
          <a:prstGeom prst="rect">
            <a:avLst/>
          </a:prstGeom>
        </p:spPr>
      </p:pic>
      <p:sp>
        <p:nvSpPr>
          <p:cNvPr id="13040" name="Text 25"/>
          <p:cNvSpPr txBox="1"/>
          <p:nvPr/>
        </p:nvSpPr>
        <p:spPr>
          <a:xfrm>
            <a:off x="7799832" y="40782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Utseende, språk og oppførsel</a:t>
            </a:r>
            <a:endParaRPr lang="en-US" sz="1700" dirty="0"/>
          </a:p>
        </p:txBody>
      </p:sp>
      <p:sp>
        <p:nvSpPr>
          <p:cNvPr id="13041" name="Ikon help sirkel"/>
          <p:cNvSpPr/>
          <p:nvPr/>
        </p:nvSpPr>
        <p:spPr>
          <a:xfrm>
            <a:off x="7086600" y="4837176"/>
            <a:ext cx="512064" cy="512064"/>
          </a:xfrm>
          <a:prstGeom prst="ellipse">
            <a:avLst/>
          </a:prstGeom>
          <a:solidFill>
            <a:schemeClr val="accent1"/>
          </a:solidFill>
          <a:ln/>
        </p:spPr>
      </p:sp>
      <p:pic>
        <p:nvPicPr>
          <p:cNvPr id="13042" name="Ikon help" descr="help">    </p:cNvPr>
          <p:cNvPicPr>
            <a:picLocks noChangeAspect="1"/>
          </p:cNvPicPr>
          <p:nvPr/>
        </p:nvPicPr>
        <p:blipFill>
          <a:blip r:embed="rId14"/>
          <a:stretch>
            <a:fillRect/>
          </a:stretch>
        </p:blipFill>
        <p:spPr>
          <a:xfrm>
            <a:off x="7199254" y="4949830"/>
            <a:ext cx="286756" cy="286756"/>
          </a:xfrm>
          <a:prstGeom prst="rect">
            <a:avLst/>
          </a:prstGeom>
        </p:spPr>
      </p:pic>
      <p:sp>
        <p:nvSpPr>
          <p:cNvPr id="13043" name="Text 27"/>
          <p:cNvSpPr txBox="1"/>
          <p:nvPr/>
        </p:nvSpPr>
        <p:spPr>
          <a:xfrm>
            <a:off x="7799832" y="47640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Hjelp</a:t>
            </a:r>
            <a:endParaRPr lang="en-US" sz="1700" dirty="0"/>
          </a:p>
          <a:p>
            <a:pPr indent="0" marL="0">
              <a:spcAft>
                <a:spcPts val="200"/>
              </a:spcAft>
              <a:buNone/>
            </a:pPr>
            <a:r>
              <a:rPr lang="en-US" sz="1400" dirty="0">
                <a:solidFill>
                  <a:schemeClr val="accent4"/>
                </a:solidFill>
              </a:rPr>
              <a:t>Oversikt på én side, med lenke til veiledningen</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Vis på kartet – alt på ett sted</a:t>
            </a:r>
            <a:endParaRPr lang="en-US" sz="3600" dirty="0"/>
          </a:p>
        </p:txBody>
      </p:sp>
      <p:sp>
        <p:nvSpPr>
          <p:cNvPr id="14003" name="Ikon circles sirkel"/>
          <p:cNvSpPr/>
          <p:nvPr/>
        </p:nvSpPr>
        <p:spPr>
          <a:xfrm>
            <a:off x="548640" y="1499616"/>
            <a:ext cx="512064" cy="512064"/>
          </a:xfrm>
          <a:prstGeom prst="ellipse">
            <a:avLst/>
          </a:prstGeom>
          <a:solidFill>
            <a:schemeClr val="accent1"/>
          </a:solidFill>
          <a:ln/>
        </p:spPr>
      </p:sp>
      <p:pic>
        <p:nvPicPr>
          <p:cNvPr id="14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14005" name="Text 2"/>
          <p:cNvSpPr txBox="1"/>
          <p:nvPr/>
        </p:nvSpPr>
        <p:spPr>
          <a:xfrm>
            <a:off x="1261872" y="142646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Tradisjonelle og løste cacher og fysiske steg – fra zoom 15</a:t>
            </a:r>
            <a:endParaRPr lang="en-US" sz="1700" dirty="0"/>
          </a:p>
        </p:txBody>
      </p:sp>
      <p:sp>
        <p:nvSpPr>
          <p:cNvPr id="14006" name="Ikon solved sirkel"/>
          <p:cNvSpPr/>
          <p:nvPr/>
        </p:nvSpPr>
        <p:spPr>
          <a:xfrm>
            <a:off x="548640" y="2368296"/>
            <a:ext cx="512064" cy="512064"/>
          </a:xfrm>
          <a:prstGeom prst="ellipse">
            <a:avLst/>
          </a:prstGeom>
          <a:solidFill>
            <a:schemeClr val="accent1"/>
          </a:solidFill>
          <a:ln/>
        </p:spPr>
      </p:sp>
      <p:pic>
        <p:nvPicPr>
          <p:cNvPr id="14007" name="Ikon solved" descr="solved">    </p:cNvPr>
          <p:cNvPicPr>
            <a:picLocks noChangeAspect="1"/>
          </p:cNvPicPr>
          <p:nvPr/>
        </p:nvPicPr>
        <p:blipFill>
          <a:blip r:embed="rId2"/>
          <a:stretch>
            <a:fillRect/>
          </a:stretch>
        </p:blipFill>
        <p:spPr>
          <a:xfrm>
            <a:off x="661294" y="2480950"/>
            <a:ext cx="286756" cy="286756"/>
          </a:xfrm>
          <a:prstGeom prst="rect">
            <a:avLst/>
          </a:prstGeom>
        </p:spPr>
      </p:pic>
      <p:sp>
        <p:nvSpPr>
          <p:cNvPr id="14008" name="Text 4"/>
          <p:cNvSpPr txBox="1"/>
          <p:nvPr/>
        </p:nvSpPr>
        <p:spPr>
          <a:xfrm>
            <a:off x="1261872" y="229514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 ved løste cacher</a:t>
            </a:r>
            <a:endParaRPr lang="en-US" sz="1700" dirty="0"/>
          </a:p>
          <a:p>
            <a:pPr indent="0" marL="0">
              <a:spcAft>
                <a:spcPts val="200"/>
              </a:spcAft>
              <a:buNone/>
            </a:pPr>
            <a:r>
              <a:rPr lang="en-US" sz="1400" dirty="0">
                <a:solidFill>
                  <a:schemeClr val="accent4"/>
                </a:solidFill>
              </a:rPr>
              <a:t>Smilefjes når funnet, blått ? når ikonet er et annet sted – fra zoom 10</a:t>
            </a:r>
            <a:endParaRPr lang="en-US" sz="1700" dirty="0"/>
          </a:p>
        </p:txBody>
      </p:sp>
      <p:sp>
        <p:nvSpPr>
          <p:cNvPr id="14009" name="Ikon heart sirkel"/>
          <p:cNvSpPr/>
          <p:nvPr/>
        </p:nvSpPr>
        <p:spPr>
          <a:xfrm>
            <a:off x="548640" y="3236976"/>
            <a:ext cx="512064" cy="512064"/>
          </a:xfrm>
          <a:prstGeom prst="ellipse">
            <a:avLst/>
          </a:prstGeom>
          <a:solidFill>
            <a:schemeClr val="accent1"/>
          </a:solidFill>
          <a:ln/>
        </p:spPr>
      </p:sp>
      <p:pic>
        <p:nvPicPr>
          <p:cNvPr id="14010" name="Ikon heart" descr="heart">    </p:cNvPr>
          <p:cNvPicPr>
            <a:picLocks noChangeAspect="1"/>
          </p:cNvPicPr>
          <p:nvPr/>
        </p:nvPicPr>
        <p:blipFill>
          <a:blip r:embed="rId3"/>
          <a:stretch>
            <a:fillRect/>
          </a:stretch>
        </p:blipFill>
        <p:spPr>
          <a:xfrm>
            <a:off x="661294" y="3349630"/>
            <a:ext cx="286756" cy="286756"/>
          </a:xfrm>
          <a:prstGeom prst="rect">
            <a:avLst/>
          </a:prstGeom>
        </p:spPr>
      </p:pic>
      <p:sp>
        <p:nvSpPr>
          <p:cNvPr id="14011" name="Text 6"/>
          <p:cNvSpPr txBox="1"/>
          <p:nvPr/>
        </p:nvSpPr>
        <p:spPr>
          <a:xfrm>
            <a:off x="1261872" y="316382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 og D/T</a:t>
            </a:r>
            <a:endParaRPr lang="en-US" sz="1700" dirty="0"/>
          </a:p>
          <a:p>
            <a:pPr indent="0" marL="0">
              <a:spcAft>
                <a:spcPts val="200"/>
              </a:spcAft>
              <a:buNone/>
            </a:pPr>
            <a:r>
              <a:rPr lang="en-US" sz="1400" dirty="0">
                <a:solidFill>
                  <a:schemeClr val="accent4"/>
                </a:solidFill>
              </a:rPr>
              <a:t>Antallet over cachene, vanskelighet/terreng under – fra zoom 15</a:t>
            </a:r>
            <a:endParaRPr lang="en-US" sz="1700" dirty="0"/>
          </a:p>
        </p:txBody>
      </p:sp>
      <p:sp>
        <p:nvSpPr>
          <p:cNvPr id="14012" name="Ikon flag sirkel"/>
          <p:cNvSpPr/>
          <p:nvPr/>
        </p:nvSpPr>
        <p:spPr>
          <a:xfrm>
            <a:off x="548640" y="4105656"/>
            <a:ext cx="512064" cy="512064"/>
          </a:xfrm>
          <a:prstGeom prst="ellipse">
            <a:avLst/>
          </a:prstGeom>
          <a:solidFill>
            <a:schemeClr val="accent1"/>
          </a:solidFill>
          <a:ln/>
        </p:spPr>
      </p:sp>
      <p:pic>
        <p:nvPicPr>
          <p:cNvPr id="14013" name="Ikon flag" descr="flag">    </p:cNvPr>
          <p:cNvPicPr>
            <a:picLocks noChangeAspect="1"/>
          </p:cNvPicPr>
          <p:nvPr/>
        </p:nvPicPr>
        <p:blipFill>
          <a:blip r:embed="rId4"/>
          <a:stretch>
            <a:fillRect/>
          </a:stretch>
        </p:blipFill>
        <p:spPr>
          <a:xfrm>
            <a:off x="661294" y="4218310"/>
            <a:ext cx="286756" cy="286756"/>
          </a:xfrm>
          <a:prstGeom prst="rect">
            <a:avLst/>
          </a:prstGeom>
        </p:spPr>
      </p:pic>
      <p:sp>
        <p:nvSpPr>
          <p:cNvPr id="14014" name="Text 8"/>
          <p:cNvSpPr txBox="1"/>
          <p:nvPr/>
        </p:nvSpPr>
        <p:spPr>
          <a:xfrm>
            <a:off x="1261872" y="403250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FTF og typeikon</a:t>
            </a:r>
            <a:endParaRPr lang="en-US" sz="1700" dirty="0"/>
          </a:p>
          <a:p>
            <a:pPr indent="0" marL="0">
              <a:spcAft>
                <a:spcPts val="200"/>
              </a:spcAft>
              <a:buNone/>
            </a:pPr>
            <a:r>
              <a:rPr lang="en-US" sz="1400" dirty="0">
                <a:solidFill>
                  <a:schemeClr val="accent4"/>
                </a:solidFill>
              </a:rPr>
              <a:t>Ikke funnet ennå, og cachetypen på løste cacher – fra zoom 15</a:t>
            </a:r>
            <a:endParaRPr lang="en-US" sz="1700" dirty="0"/>
          </a:p>
        </p:txBody>
      </p:sp>
      <p:sp>
        <p:nvSpPr>
          <p:cNvPr id="14015" name="Ikon help sirkel"/>
          <p:cNvSpPr/>
          <p:nvPr/>
        </p:nvSpPr>
        <p:spPr>
          <a:xfrm>
            <a:off x="548640" y="4974336"/>
            <a:ext cx="512064" cy="512064"/>
          </a:xfrm>
          <a:prstGeom prst="ellipse">
            <a:avLst/>
          </a:prstGeom>
          <a:solidFill>
            <a:schemeClr val="accent1"/>
          </a:solidFill>
          <a:ln/>
        </p:spPr>
      </p:sp>
      <p:pic>
        <p:nvPicPr>
          <p:cNvPr id="14016" name="Ikon help" descr="help">    </p:cNvPr>
          <p:cNvPicPr>
            <a:picLocks noChangeAspect="1"/>
          </p:cNvPicPr>
          <p:nvPr/>
        </p:nvPicPr>
        <p:blipFill>
          <a:blip r:embed="rId5"/>
          <a:stretch>
            <a:fillRect/>
          </a:stretch>
        </p:blipFill>
        <p:spPr>
          <a:xfrm>
            <a:off x="661294" y="5086990"/>
            <a:ext cx="286756" cy="286756"/>
          </a:xfrm>
          <a:prstGeom prst="rect">
            <a:avLst/>
          </a:prstGeom>
        </p:spPr>
      </p:pic>
      <p:sp>
        <p:nvSpPr>
          <p:cNvPr id="14017" name="Text 10"/>
          <p:cNvSpPr txBox="1"/>
          <p:nvPr/>
        </p:nvSpPr>
        <p:spPr>
          <a:xfrm>
            <a:off x="1261872" y="490118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Hjelp og trykk og hold</a:t>
            </a:r>
            <a:endParaRPr lang="en-US" sz="1700" dirty="0"/>
          </a:p>
          <a:p>
            <a:pPr indent="0" marL="0">
              <a:spcAft>
                <a:spcPts val="200"/>
              </a:spcAft>
              <a:buNone/>
            </a:pPr>
            <a:r>
              <a:rPr lang="en-US" sz="1400" dirty="0">
                <a:solidFill>
                  <a:schemeClr val="accent4"/>
                </a:solidFill>
              </a:rPr>
              <a:t>Oversikt på én side; trykk og hold gir høyreklikkmenyen på iPad</a:t>
            </a:r>
            <a:endParaRPr lang="en-US" sz="1700" dirty="0"/>
          </a:p>
        </p:txBody>
      </p:sp>
      <p:sp>
        <p:nvSpPr>
          <p:cNvPr id="14018" name="Vis på kartet bakgrunn"/>
          <p:cNvSpPr/>
          <p:nvPr/>
        </p:nvSpPr>
        <p:spPr>
          <a:xfrm>
            <a:off x="7985455" y="1325880"/>
            <a:ext cx="3657600" cy="4983480"/>
          </a:xfrm>
          <a:prstGeom prst="roundRect">
            <a:avLst>
              <a:gd name="adj" fmla="val 3000"/>
            </a:avLst>
          </a:prstGeom>
          <a:solidFill>
            <a:schemeClr val="bg2"/>
          </a:solidFill>
          <a:ln/>
        </p:spPr>
      </p:sp>
      <p:pic>
        <p:nvPicPr>
          <p:cNvPr id="14019" name="Vis på kartet" descr="Vis på kartet">    </p:cNvPr>
          <p:cNvPicPr>
            <a:picLocks noChangeAspect="1"/>
          </p:cNvPicPr>
          <p:nvPr/>
        </p:nvPicPr>
        <p:blipFill>
          <a:blip r:embed="rId6"/>
          <a:stretch>
            <a:fillRect/>
          </a:stretch>
        </p:blipFill>
        <p:spPr>
          <a:xfrm>
            <a:off x="8473633" y="1527048"/>
            <a:ext cx="2681244" cy="4581144"/>
          </a:xfrm>
          <a:prstGeom prst="rect">
            <a:avLst/>
          </a:prstGeom>
        </p:spPr>
      </p:pic>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5003" name="Kartlagpanelet bakgrunn"/>
          <p:cNvSpPr/>
          <p:nvPr/>
        </p:nvSpPr>
        <p:spPr>
          <a:xfrm>
            <a:off x="7619695" y="1325880"/>
            <a:ext cx="4023360" cy="4983480"/>
          </a:xfrm>
          <a:prstGeom prst="roundRect">
            <a:avLst>
              <a:gd name="adj" fmla="val 2727"/>
            </a:avLst>
          </a:prstGeom>
          <a:solidFill>
            <a:schemeClr val="bg2"/>
          </a:solidFill>
          <a:ln/>
        </p:spPr>
      </p:sp>
      <p:pic>
        <p:nvPicPr>
          <p:cNvPr id="15004" name="Kartlagpanelet" descr="Kartlagpanelet">    </p:cNvPr>
          <p:cNvPicPr>
            <a:picLocks noChangeAspect="1"/>
          </p:cNvPicPr>
          <p:nvPr/>
        </p:nvPicPr>
        <p:blipFill>
          <a:blip r:embed="rId1"/>
          <a:stretch>
            <a:fillRect/>
          </a:stretch>
        </p:blipFill>
        <p:spPr>
          <a:xfrm>
            <a:off x="8583966" y="1527048"/>
            <a:ext cx="2094818" cy="4581144"/>
          </a:xfrm>
          <a:prstGeom prst="rect">
            <a:avLst/>
          </a:prstGeom>
        </p:spPr>
      </p:pic>
      <p:sp>
        <p:nvSpPr>
          <p:cNvPr id="15005" name="Ikon layers sirkel"/>
          <p:cNvSpPr/>
          <p:nvPr/>
        </p:nvSpPr>
        <p:spPr>
          <a:xfrm>
            <a:off x="548640" y="1453896"/>
            <a:ext cx="512064" cy="512064"/>
          </a:xfrm>
          <a:prstGeom prst="ellipse">
            <a:avLst/>
          </a:prstGeom>
          <a:solidFill>
            <a:schemeClr val="accent1"/>
          </a:solidFill>
          <a:ln/>
        </p:spPr>
      </p:sp>
      <p:pic>
        <p:nvPicPr>
          <p:cNvPr id="15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5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5008" name="Ikon duplicate sirkel"/>
          <p:cNvSpPr/>
          <p:nvPr/>
        </p:nvSpPr>
        <p:spPr>
          <a:xfrm>
            <a:off x="548640" y="2441448"/>
            <a:ext cx="512064" cy="512064"/>
          </a:xfrm>
          <a:prstGeom prst="ellipse">
            <a:avLst/>
          </a:prstGeom>
          <a:solidFill>
            <a:schemeClr val="accent1"/>
          </a:solidFill>
          <a:ln/>
        </p:spPr>
      </p:sp>
      <p:pic>
        <p:nvPicPr>
          <p:cNvPr id="15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5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5011" name="Ikon ring sirkel"/>
          <p:cNvSpPr/>
          <p:nvPr/>
        </p:nvSpPr>
        <p:spPr>
          <a:xfrm>
            <a:off x="548640" y="3429000"/>
            <a:ext cx="512064" cy="512064"/>
          </a:xfrm>
          <a:prstGeom prst="ellipse">
            <a:avLst/>
          </a:prstGeom>
          <a:solidFill>
            <a:schemeClr val="accent1"/>
          </a:solidFill>
          <a:ln/>
        </p:spPr>
      </p:sp>
      <p:pic>
        <p:nvPicPr>
          <p:cNvPr id="15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5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5014" name="Ikon grip sirkel"/>
          <p:cNvSpPr/>
          <p:nvPr/>
        </p:nvSpPr>
        <p:spPr>
          <a:xfrm>
            <a:off x="548640" y="4416552"/>
            <a:ext cx="512064" cy="512064"/>
          </a:xfrm>
          <a:prstGeom prst="ellipse">
            <a:avLst/>
          </a:prstGeom>
          <a:solidFill>
            <a:schemeClr val="accent1"/>
          </a:solidFill>
          <a:ln/>
        </p:spPr>
      </p:sp>
      <p:pic>
        <p:nvPicPr>
          <p:cNvPr id="15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5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5017" name="Ikon x sirkel"/>
          <p:cNvSpPr/>
          <p:nvPr/>
        </p:nvSpPr>
        <p:spPr>
          <a:xfrm>
            <a:off x="548640" y="5404104"/>
            <a:ext cx="512064" cy="512064"/>
          </a:xfrm>
          <a:prstGeom prst="ellipse">
            <a:avLst/>
          </a:prstGeom>
          <a:solidFill>
            <a:schemeClr val="accent1"/>
          </a:solidFill>
          <a:ln/>
        </p:spPr>
      </p:sp>
      <p:pic>
        <p:nvPicPr>
          <p:cNvPr id="15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5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5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6003" name="Redigeringsdialogen bakgrunn"/>
          <p:cNvSpPr/>
          <p:nvPr/>
        </p:nvSpPr>
        <p:spPr>
          <a:xfrm>
            <a:off x="548640" y="1325880"/>
            <a:ext cx="4480560" cy="4983480"/>
          </a:xfrm>
          <a:prstGeom prst="roundRect">
            <a:avLst>
              <a:gd name="adj" fmla="val 2449"/>
            </a:avLst>
          </a:prstGeom>
          <a:solidFill>
            <a:schemeClr val="bg2"/>
          </a:solidFill>
          <a:ln/>
        </p:spPr>
      </p:sp>
      <p:pic>
        <p:nvPicPr>
          <p:cNvPr id="16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6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6006" name="Format XYZ / TMS"/>
          <p:cNvSpPr/>
          <p:nvPr/>
        </p:nvSpPr>
        <p:spPr>
          <a:xfrm>
            <a:off x="5440680" y="2057400"/>
            <a:ext cx="2971800" cy="1051560"/>
          </a:xfrm>
          <a:prstGeom prst="roundRect">
            <a:avLst>
              <a:gd name="adj" fmla="val 8696"/>
            </a:avLst>
          </a:prstGeom>
          <a:solidFill>
            <a:schemeClr val="bg2"/>
          </a:solidFill>
          <a:ln/>
        </p:spPr>
      </p:sp>
      <p:sp>
        <p:nvSpPr>
          <p:cNvPr id="16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6008" name="Format WMTS"/>
          <p:cNvSpPr/>
          <p:nvPr/>
        </p:nvSpPr>
        <p:spPr>
          <a:xfrm>
            <a:off x="8686800" y="2057400"/>
            <a:ext cx="2971800" cy="1051560"/>
          </a:xfrm>
          <a:prstGeom prst="roundRect">
            <a:avLst>
              <a:gd name="adj" fmla="val 8696"/>
            </a:avLst>
          </a:prstGeom>
          <a:solidFill>
            <a:schemeClr val="bg2"/>
          </a:solidFill>
          <a:ln/>
        </p:spPr>
      </p:sp>
      <p:sp>
        <p:nvSpPr>
          <p:cNvPr id="16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6010" name="Format WMS"/>
          <p:cNvSpPr/>
          <p:nvPr/>
        </p:nvSpPr>
        <p:spPr>
          <a:xfrm>
            <a:off x="5440680" y="3337560"/>
            <a:ext cx="2971800" cy="1051560"/>
          </a:xfrm>
          <a:prstGeom prst="roundRect">
            <a:avLst>
              <a:gd name="adj" fmla="val 8696"/>
            </a:avLst>
          </a:prstGeom>
          <a:solidFill>
            <a:schemeClr val="bg2"/>
          </a:solidFill>
          <a:ln/>
        </p:spPr>
      </p:sp>
      <p:sp>
        <p:nvSpPr>
          <p:cNvPr id="16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6012" name="Format ArcGIS"/>
          <p:cNvSpPr/>
          <p:nvPr/>
        </p:nvSpPr>
        <p:spPr>
          <a:xfrm>
            <a:off x="8686800" y="3337560"/>
            <a:ext cx="2971800" cy="1051560"/>
          </a:xfrm>
          <a:prstGeom prst="roundRect">
            <a:avLst>
              <a:gd name="adj" fmla="val 8696"/>
            </a:avLst>
          </a:prstGeom>
          <a:solidFill>
            <a:schemeClr val="bg2"/>
          </a:solidFill>
          <a:ln/>
        </p:spPr>
      </p:sp>
      <p:sp>
        <p:nvSpPr>
          <p:cNvPr id="16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6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6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7003" name="Stedssøket bakgrunn"/>
          <p:cNvSpPr/>
          <p:nvPr/>
        </p:nvSpPr>
        <p:spPr>
          <a:xfrm>
            <a:off x="6522415" y="1325880"/>
            <a:ext cx="5120640" cy="4983480"/>
          </a:xfrm>
          <a:prstGeom prst="roundRect">
            <a:avLst>
              <a:gd name="adj" fmla="val 2202"/>
            </a:avLst>
          </a:prstGeom>
          <a:solidFill>
            <a:schemeClr val="bg2"/>
          </a:solidFill>
          <a:ln/>
        </p:spPr>
      </p:sp>
      <p:pic>
        <p:nvPicPr>
          <p:cNvPr id="17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7005" name="Ikon search sirkel"/>
          <p:cNvSpPr/>
          <p:nvPr/>
        </p:nvSpPr>
        <p:spPr>
          <a:xfrm>
            <a:off x="548640" y="1499616"/>
            <a:ext cx="512064" cy="512064"/>
          </a:xfrm>
          <a:prstGeom prst="ellipse">
            <a:avLst/>
          </a:prstGeom>
          <a:solidFill>
            <a:schemeClr val="accent1"/>
          </a:solidFill>
          <a:ln/>
        </p:spPr>
      </p:sp>
      <p:pic>
        <p:nvPicPr>
          <p:cNvPr id="17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7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7008" name="Ikon pin sirkel"/>
          <p:cNvSpPr/>
          <p:nvPr/>
        </p:nvSpPr>
        <p:spPr>
          <a:xfrm>
            <a:off x="548640" y="2688336"/>
            <a:ext cx="512064" cy="512064"/>
          </a:xfrm>
          <a:prstGeom prst="ellipse">
            <a:avLst/>
          </a:prstGeom>
          <a:solidFill>
            <a:schemeClr val="accent1"/>
          </a:solidFill>
          <a:ln/>
        </p:spPr>
      </p:sp>
      <p:pic>
        <p:nvPicPr>
          <p:cNvPr id="17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7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7011" name="Ikon compass sirkel"/>
          <p:cNvSpPr/>
          <p:nvPr/>
        </p:nvSpPr>
        <p:spPr>
          <a:xfrm>
            <a:off x="548640" y="3877056"/>
            <a:ext cx="512064" cy="512064"/>
          </a:xfrm>
          <a:prstGeom prst="ellipse">
            <a:avLst/>
          </a:prstGeom>
          <a:solidFill>
            <a:schemeClr val="accent1"/>
          </a:solidFill>
          <a:ln/>
        </p:spPr>
      </p:sp>
      <p:pic>
        <p:nvPicPr>
          <p:cNvPr id="17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7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7014" name="Ikon home sirkel"/>
          <p:cNvSpPr/>
          <p:nvPr/>
        </p:nvSpPr>
        <p:spPr>
          <a:xfrm>
            <a:off x="548640" y="5065776"/>
            <a:ext cx="512064" cy="512064"/>
          </a:xfrm>
          <a:prstGeom prst="ellipse">
            <a:avLst/>
          </a:prstGeom>
          <a:solidFill>
            <a:schemeClr val="accent1"/>
          </a:solidFill>
          <a:ln/>
        </p:spPr>
      </p:sp>
      <p:pic>
        <p:nvPicPr>
          <p:cNvPr id="17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7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7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8003" name="Høyreklikkboblen bakgrunn"/>
          <p:cNvSpPr/>
          <p:nvPr/>
        </p:nvSpPr>
        <p:spPr>
          <a:xfrm>
            <a:off x="548640" y="1371600"/>
            <a:ext cx="5852160" cy="3383280"/>
          </a:xfrm>
          <a:prstGeom prst="roundRect">
            <a:avLst>
              <a:gd name="adj" fmla="val 3243"/>
            </a:avLst>
          </a:prstGeom>
          <a:solidFill>
            <a:schemeClr val="bg2"/>
          </a:solidFill>
          <a:ln/>
        </p:spPr>
      </p:sp>
      <p:pic>
        <p:nvPicPr>
          <p:cNvPr id="18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8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8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8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8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9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9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9005" name="Ikon pin sirkel"/>
          <p:cNvSpPr/>
          <p:nvPr/>
        </p:nvSpPr>
        <p:spPr>
          <a:xfrm>
            <a:off x="548640" y="1499616"/>
            <a:ext cx="512064" cy="512064"/>
          </a:xfrm>
          <a:prstGeom prst="ellipse">
            <a:avLst/>
          </a:prstGeom>
          <a:solidFill>
            <a:schemeClr val="accent1"/>
          </a:solidFill>
          <a:ln/>
        </p:spPr>
      </p:sp>
      <p:pic>
        <p:nvPicPr>
          <p:cNvPr id="19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9008" name="Ikon search sirkel"/>
          <p:cNvSpPr/>
          <p:nvPr/>
        </p:nvSpPr>
        <p:spPr>
          <a:xfrm>
            <a:off x="548640" y="2688336"/>
            <a:ext cx="512064" cy="512064"/>
          </a:xfrm>
          <a:prstGeom prst="ellipse">
            <a:avLst/>
          </a:prstGeom>
          <a:solidFill>
            <a:schemeClr val="accent1"/>
          </a:solidFill>
          <a:ln/>
        </p:spPr>
      </p:sp>
      <p:pic>
        <p:nvPicPr>
          <p:cNvPr id="19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9011" name="Ikon compass sirkel"/>
          <p:cNvSpPr/>
          <p:nvPr/>
        </p:nvSpPr>
        <p:spPr>
          <a:xfrm>
            <a:off x="548640" y="3877056"/>
            <a:ext cx="512064" cy="512064"/>
          </a:xfrm>
          <a:prstGeom prst="ellipse">
            <a:avLst/>
          </a:prstGeom>
          <a:solidFill>
            <a:schemeClr val="accent1"/>
          </a:solidFill>
          <a:ln/>
        </p:spPr>
      </p:sp>
      <p:pic>
        <p:nvPicPr>
          <p:cNvPr id="19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9014" name="Ikon x sirkel"/>
          <p:cNvSpPr/>
          <p:nvPr/>
        </p:nvSpPr>
        <p:spPr>
          <a:xfrm>
            <a:off x="548640" y="5065776"/>
            <a:ext cx="512064" cy="512064"/>
          </a:xfrm>
          <a:prstGeom prst="ellipse">
            <a:avLst/>
          </a:prstGeom>
          <a:solidFill>
            <a:schemeClr val="accent1"/>
          </a:solidFill>
          <a:ln/>
        </p:spPr>
      </p:sp>
      <p:pic>
        <p:nvPicPr>
          <p:cNvPr id="19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9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9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20003" name="Projiseringsdialogen bakgrunn"/>
          <p:cNvSpPr/>
          <p:nvPr/>
        </p:nvSpPr>
        <p:spPr>
          <a:xfrm>
            <a:off x="6888175" y="1325880"/>
            <a:ext cx="4754880" cy="4983480"/>
          </a:xfrm>
          <a:prstGeom prst="roundRect">
            <a:avLst>
              <a:gd name="adj" fmla="val 2308"/>
            </a:avLst>
          </a:prstGeom>
          <a:solidFill>
            <a:schemeClr val="bg2"/>
          </a:solidFill>
          <a:ln/>
        </p:spPr>
      </p:sp>
      <p:pic>
        <p:nvPicPr>
          <p:cNvPr id="20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20005" name="Ikon compass sirkel"/>
          <p:cNvSpPr/>
          <p:nvPr/>
        </p:nvSpPr>
        <p:spPr>
          <a:xfrm>
            <a:off x="548640" y="1499616"/>
            <a:ext cx="512064" cy="512064"/>
          </a:xfrm>
          <a:prstGeom prst="ellipse">
            <a:avLst/>
          </a:prstGeom>
          <a:solidFill>
            <a:schemeClr val="accent1"/>
          </a:solidFill>
          <a:ln/>
        </p:spPr>
      </p:sp>
      <p:pic>
        <p:nvPicPr>
          <p:cNvPr id="20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20011" name="Ikon ruler sirkel"/>
          <p:cNvSpPr/>
          <p:nvPr/>
        </p:nvSpPr>
        <p:spPr>
          <a:xfrm>
            <a:off x="548640" y="3877056"/>
            <a:ext cx="512064" cy="512064"/>
          </a:xfrm>
          <a:prstGeom prst="ellipse">
            <a:avLst/>
          </a:prstGeom>
          <a:solidFill>
            <a:schemeClr val="accent1"/>
          </a:solidFill>
          <a:ln/>
        </p:spPr>
      </p:sp>
      <p:pic>
        <p:nvPicPr>
          <p:cNvPr id="20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20014" name="Ikon check sirkel"/>
          <p:cNvSpPr/>
          <p:nvPr/>
        </p:nvSpPr>
        <p:spPr>
          <a:xfrm>
            <a:off x="548640" y="5065776"/>
            <a:ext cx="512064" cy="512064"/>
          </a:xfrm>
          <a:prstGeom prst="ellipse">
            <a:avLst/>
          </a:prstGeom>
          <a:solidFill>
            <a:schemeClr val="accent1"/>
          </a:solidFill>
          <a:ln/>
        </p:spPr>
      </p:sp>
      <p:pic>
        <p:nvPicPr>
          <p:cNvPr id="20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1003" name="Rutevinduet bakgrunn"/>
          <p:cNvSpPr/>
          <p:nvPr/>
        </p:nvSpPr>
        <p:spPr>
          <a:xfrm>
            <a:off x="7071055" y="1325880"/>
            <a:ext cx="4572000" cy="4983480"/>
          </a:xfrm>
          <a:prstGeom prst="roundRect">
            <a:avLst>
              <a:gd name="adj" fmla="val 2400"/>
            </a:avLst>
          </a:prstGeom>
          <a:solidFill>
            <a:schemeClr val="bg2"/>
          </a:solidFill>
          <a:ln/>
        </p:spPr>
      </p:sp>
      <p:pic>
        <p:nvPicPr>
          <p:cNvPr id="21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1005" name="Ikon search sirkel"/>
          <p:cNvSpPr/>
          <p:nvPr/>
        </p:nvSpPr>
        <p:spPr>
          <a:xfrm>
            <a:off x="548640" y="1499616"/>
            <a:ext cx="512064" cy="512064"/>
          </a:xfrm>
          <a:prstGeom prst="ellipse">
            <a:avLst/>
          </a:prstGeom>
          <a:solidFill>
            <a:schemeClr val="accent1"/>
          </a:solidFill>
          <a:ln/>
        </p:spPr>
      </p:sp>
      <p:pic>
        <p:nvPicPr>
          <p:cNvPr id="21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1008" name="Ikon pin sirkel"/>
          <p:cNvSpPr/>
          <p:nvPr/>
        </p:nvSpPr>
        <p:spPr>
          <a:xfrm>
            <a:off x="548640" y="2688336"/>
            <a:ext cx="512064" cy="512064"/>
          </a:xfrm>
          <a:prstGeom prst="ellipse">
            <a:avLst/>
          </a:prstGeom>
          <a:solidFill>
            <a:schemeClr val="accent1"/>
          </a:solidFill>
          <a:ln/>
        </p:spPr>
      </p:sp>
      <p:pic>
        <p:nvPicPr>
          <p:cNvPr id="21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1011" name="Ikon route sirkel"/>
          <p:cNvSpPr/>
          <p:nvPr/>
        </p:nvSpPr>
        <p:spPr>
          <a:xfrm>
            <a:off x="548640" y="3877056"/>
            <a:ext cx="512064" cy="512064"/>
          </a:xfrm>
          <a:prstGeom prst="ellipse">
            <a:avLst/>
          </a:prstGeom>
          <a:solidFill>
            <a:schemeClr val="accent1"/>
          </a:solidFill>
          <a:ln/>
        </p:spPr>
      </p:sp>
      <p:pic>
        <p:nvPicPr>
          <p:cNvPr id="21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1014" name="Ikon download sirkel"/>
          <p:cNvSpPr/>
          <p:nvPr/>
        </p:nvSpPr>
        <p:spPr>
          <a:xfrm>
            <a:off x="548640" y="5065776"/>
            <a:ext cx="512064" cy="512064"/>
          </a:xfrm>
          <a:prstGeom prst="ellipse">
            <a:avLst/>
          </a:prstGeom>
          <a:solidFill>
            <a:schemeClr val="accent1"/>
          </a:solidFill>
          <a:ln/>
        </p:spPr>
      </p:sp>
      <p:pic>
        <p:nvPicPr>
          <p:cNvPr id="21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2003" name="Cachelisten bakgrunn"/>
          <p:cNvSpPr/>
          <p:nvPr/>
        </p:nvSpPr>
        <p:spPr>
          <a:xfrm>
            <a:off x="7619695" y="1325880"/>
            <a:ext cx="4023360" cy="4983480"/>
          </a:xfrm>
          <a:prstGeom prst="roundRect">
            <a:avLst>
              <a:gd name="adj" fmla="val 2727"/>
            </a:avLst>
          </a:prstGeom>
          <a:solidFill>
            <a:schemeClr val="bg2"/>
          </a:solidFill>
          <a:ln/>
        </p:spPr>
      </p:sp>
      <p:pic>
        <p:nvPicPr>
          <p:cNvPr id="22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2005" name="Ikon list sirkel"/>
          <p:cNvSpPr/>
          <p:nvPr/>
        </p:nvSpPr>
        <p:spPr>
          <a:xfrm>
            <a:off x="548640" y="1499616"/>
            <a:ext cx="512064" cy="512064"/>
          </a:xfrm>
          <a:prstGeom prst="ellipse">
            <a:avLst/>
          </a:prstGeom>
          <a:solidFill>
            <a:schemeClr val="accent1"/>
          </a:solidFill>
          <a:ln/>
        </p:spPr>
      </p:sp>
      <p:pic>
        <p:nvPicPr>
          <p:cNvPr id="22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2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2008" name="Ikon search sirkel"/>
          <p:cNvSpPr/>
          <p:nvPr/>
        </p:nvSpPr>
        <p:spPr>
          <a:xfrm>
            <a:off x="548640" y="2688336"/>
            <a:ext cx="512064" cy="512064"/>
          </a:xfrm>
          <a:prstGeom prst="ellipse">
            <a:avLst/>
          </a:prstGeom>
          <a:solidFill>
            <a:schemeClr val="accent1"/>
          </a:solidFill>
          <a:ln/>
        </p:spPr>
      </p:sp>
      <p:pic>
        <p:nvPicPr>
          <p:cNvPr id="22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2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2011" name="Ikon locate sirkel"/>
          <p:cNvSpPr/>
          <p:nvPr/>
        </p:nvSpPr>
        <p:spPr>
          <a:xfrm>
            <a:off x="548640" y="3877056"/>
            <a:ext cx="512064" cy="512064"/>
          </a:xfrm>
          <a:prstGeom prst="ellipse">
            <a:avLst/>
          </a:prstGeom>
          <a:solidFill>
            <a:schemeClr val="accent1"/>
          </a:solidFill>
          <a:ln/>
        </p:spPr>
      </p:sp>
      <p:pic>
        <p:nvPicPr>
          <p:cNvPr id="22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2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2014" name="Ikon external sirkel"/>
          <p:cNvSpPr/>
          <p:nvPr/>
        </p:nvSpPr>
        <p:spPr>
          <a:xfrm>
            <a:off x="548640" y="5065776"/>
            <a:ext cx="512064" cy="512064"/>
          </a:xfrm>
          <a:prstGeom prst="ellipse">
            <a:avLst/>
          </a:prstGeom>
          <a:solidFill>
            <a:schemeClr val="accent1"/>
          </a:solidFill>
          <a:ln/>
        </p:spPr>
      </p:sp>
      <p:pic>
        <p:nvPicPr>
          <p:cNvPr id="22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2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2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3003" name="Ikon circles sirkel"/>
          <p:cNvSpPr/>
          <p:nvPr/>
        </p:nvSpPr>
        <p:spPr>
          <a:xfrm>
            <a:off x="548640" y="1499616"/>
            <a:ext cx="512064" cy="512064"/>
          </a:xfrm>
          <a:prstGeom prst="ellipse">
            <a:avLst/>
          </a:prstGeom>
          <a:solidFill>
            <a:schemeClr val="accent1"/>
          </a:solidFill>
          <a:ln/>
        </p:spPr>
      </p:sp>
      <p:pic>
        <p:nvPicPr>
          <p:cNvPr id="23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3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3006" name="Ikon check sirkel"/>
          <p:cNvSpPr/>
          <p:nvPr/>
        </p:nvSpPr>
        <p:spPr>
          <a:xfrm>
            <a:off x="548640" y="2642616"/>
            <a:ext cx="512064" cy="512064"/>
          </a:xfrm>
          <a:prstGeom prst="ellipse">
            <a:avLst/>
          </a:prstGeom>
          <a:solidFill>
            <a:schemeClr val="accent1"/>
          </a:solidFill>
          <a:ln/>
        </p:spPr>
      </p:sp>
      <p:pic>
        <p:nvPicPr>
          <p:cNvPr id="23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3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 et lite typeikon kan vise cachetypen</a:t>
            </a:r>
            <a:endParaRPr lang="en-US" sz="1700" dirty="0"/>
          </a:p>
        </p:txBody>
      </p:sp>
      <p:sp>
        <p:nvSpPr>
          <p:cNvPr id="23009" name="Ikon pin sirkel"/>
          <p:cNvSpPr/>
          <p:nvPr/>
        </p:nvSpPr>
        <p:spPr>
          <a:xfrm>
            <a:off x="548640" y="3785616"/>
            <a:ext cx="512064" cy="512064"/>
          </a:xfrm>
          <a:prstGeom prst="ellipse">
            <a:avLst/>
          </a:prstGeom>
          <a:solidFill>
            <a:schemeClr val="accent1"/>
          </a:solidFill>
          <a:ln/>
        </p:spPr>
      </p:sp>
      <p:pic>
        <p:nvPicPr>
          <p:cNvPr id="23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3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3012" name="Ikon ring sirkel"/>
          <p:cNvSpPr/>
          <p:nvPr/>
        </p:nvSpPr>
        <p:spPr>
          <a:xfrm>
            <a:off x="548640" y="4928616"/>
            <a:ext cx="512064" cy="512064"/>
          </a:xfrm>
          <a:prstGeom prst="ellipse">
            <a:avLst/>
          </a:prstGeom>
          <a:solidFill>
            <a:schemeClr val="accent1"/>
          </a:solidFill>
          <a:ln/>
        </p:spPr>
      </p:sp>
      <p:pic>
        <p:nvPicPr>
          <p:cNvPr id="23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3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3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3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3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4003" name="Kort 161 m-sirkler"/>
          <p:cNvSpPr/>
          <p:nvPr/>
        </p:nvSpPr>
        <p:spPr>
          <a:xfrm>
            <a:off x="548640" y="1508760"/>
            <a:ext cx="3484778" cy="4206240"/>
          </a:xfrm>
          <a:prstGeom prst="roundRect">
            <a:avLst>
              <a:gd name="adj" fmla="val 3149"/>
            </a:avLst>
          </a:prstGeom>
          <a:solidFill>
            <a:schemeClr val="bg2"/>
          </a:solidFill>
          <a:ln/>
        </p:spPr>
      </p:sp>
      <p:sp>
        <p:nvSpPr>
          <p:cNvPr id="24004" name="Ikon circles sirkel"/>
          <p:cNvSpPr/>
          <p:nvPr/>
        </p:nvSpPr>
        <p:spPr>
          <a:xfrm>
            <a:off x="914400" y="1920240"/>
            <a:ext cx="822960" cy="822960"/>
          </a:xfrm>
          <a:prstGeom prst="ellipse">
            <a:avLst/>
          </a:prstGeom>
          <a:solidFill>
            <a:schemeClr val="accent1"/>
          </a:solidFill>
          <a:ln/>
        </p:spPr>
      </p:sp>
      <p:pic>
        <p:nvPicPr>
          <p:cNvPr id="24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4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4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4008" name="Kort Cachesider"/>
          <p:cNvSpPr/>
          <p:nvPr/>
        </p:nvSpPr>
        <p:spPr>
          <a:xfrm>
            <a:off x="4353458" y="1508760"/>
            <a:ext cx="3484778" cy="4206240"/>
          </a:xfrm>
          <a:prstGeom prst="roundRect">
            <a:avLst>
              <a:gd name="adj" fmla="val 3149"/>
            </a:avLst>
          </a:prstGeom>
          <a:solidFill>
            <a:schemeClr val="bg2"/>
          </a:solidFill>
          <a:ln/>
        </p:spPr>
      </p:sp>
      <p:sp>
        <p:nvSpPr>
          <p:cNvPr id="24009" name="Ikon layers sirkel"/>
          <p:cNvSpPr/>
          <p:nvPr/>
        </p:nvSpPr>
        <p:spPr>
          <a:xfrm>
            <a:off x="4719218" y="1920240"/>
            <a:ext cx="822960" cy="822960"/>
          </a:xfrm>
          <a:prstGeom prst="ellipse">
            <a:avLst/>
          </a:prstGeom>
          <a:solidFill>
            <a:schemeClr val="accent1"/>
          </a:solidFill>
          <a:ln/>
        </p:spPr>
      </p:sp>
      <p:pic>
        <p:nvPicPr>
          <p:cNvPr id="24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4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4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4013" name="Kort Hjem"/>
          <p:cNvSpPr/>
          <p:nvPr/>
        </p:nvSpPr>
        <p:spPr>
          <a:xfrm>
            <a:off x="8158277" y="1508760"/>
            <a:ext cx="3484778" cy="4206240"/>
          </a:xfrm>
          <a:prstGeom prst="roundRect">
            <a:avLst>
              <a:gd name="adj" fmla="val 3149"/>
            </a:avLst>
          </a:prstGeom>
          <a:solidFill>
            <a:schemeClr val="bg2"/>
          </a:solidFill>
          <a:ln/>
        </p:spPr>
      </p:sp>
      <p:sp>
        <p:nvSpPr>
          <p:cNvPr id="24014" name="Ikon home sirkel"/>
          <p:cNvSpPr/>
          <p:nvPr/>
        </p:nvSpPr>
        <p:spPr>
          <a:xfrm>
            <a:off x="8524037" y="1920240"/>
            <a:ext cx="822960" cy="822960"/>
          </a:xfrm>
          <a:prstGeom prst="ellipse">
            <a:avLst/>
          </a:prstGeom>
          <a:solidFill>
            <a:schemeClr val="accent1"/>
          </a:solidFill>
          <a:ln/>
        </p:spPr>
      </p:sp>
      <p:pic>
        <p:nvPicPr>
          <p:cNvPr id="24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4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4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4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5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5004" name="Lag Kontroller"/>
          <p:cNvSpPr/>
          <p:nvPr/>
        </p:nvSpPr>
        <p:spPr>
          <a:xfrm>
            <a:off x="548640" y="1517904"/>
            <a:ext cx="11094415" cy="384048"/>
          </a:xfrm>
          <a:prstGeom prst="roundRect">
            <a:avLst>
              <a:gd name="adj" fmla="val 16667"/>
            </a:avLst>
          </a:prstGeom>
          <a:solidFill>
            <a:schemeClr val="bg2"/>
          </a:solidFill>
          <a:ln/>
        </p:spPr>
      </p:sp>
      <p:sp>
        <p:nvSpPr>
          <p:cNvPr id="25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5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5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5008" name="Lag Bobler"/>
          <p:cNvSpPr/>
          <p:nvPr/>
        </p:nvSpPr>
        <p:spPr>
          <a:xfrm>
            <a:off x="548640" y="1947672"/>
            <a:ext cx="11094415" cy="384048"/>
          </a:xfrm>
          <a:prstGeom prst="roundRect">
            <a:avLst>
              <a:gd name="adj" fmla="val 16667"/>
            </a:avLst>
          </a:prstGeom>
          <a:solidFill>
            <a:schemeClr val="bg2"/>
          </a:solidFill>
          <a:ln/>
        </p:spPr>
      </p:sp>
      <p:sp>
        <p:nvSpPr>
          <p:cNvPr id="25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5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5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5012" name="Lag Markører"/>
          <p:cNvSpPr/>
          <p:nvPr/>
        </p:nvSpPr>
        <p:spPr>
          <a:xfrm>
            <a:off x="548640" y="2377440"/>
            <a:ext cx="11094415" cy="384048"/>
          </a:xfrm>
          <a:prstGeom prst="roundRect">
            <a:avLst>
              <a:gd name="adj" fmla="val 16667"/>
            </a:avLst>
          </a:prstGeom>
          <a:solidFill>
            <a:schemeClr val="bg2"/>
          </a:solidFill>
          <a:ln/>
        </p:spPr>
      </p:sp>
      <p:sp>
        <p:nvSpPr>
          <p:cNvPr id="25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5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5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5016" name="Lag Tegninger"/>
          <p:cNvSpPr/>
          <p:nvPr/>
        </p:nvSpPr>
        <p:spPr>
          <a:xfrm>
            <a:off x="548640" y="2807208"/>
            <a:ext cx="11094415" cy="384048"/>
          </a:xfrm>
          <a:prstGeom prst="roundRect">
            <a:avLst>
              <a:gd name="adj" fmla="val 16667"/>
            </a:avLst>
          </a:prstGeom>
          <a:solidFill>
            <a:schemeClr val="bg2"/>
          </a:solidFill>
          <a:ln/>
        </p:spPr>
      </p:sp>
      <p:sp>
        <p:nvSpPr>
          <p:cNvPr id="25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5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5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5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5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5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5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5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5025" name="Lag Forhåndsvisning"/>
          <p:cNvSpPr/>
          <p:nvPr/>
        </p:nvSpPr>
        <p:spPr>
          <a:xfrm>
            <a:off x="548640" y="4069080"/>
            <a:ext cx="11094415" cy="384048"/>
          </a:xfrm>
          <a:prstGeom prst="roundRect">
            <a:avLst>
              <a:gd name="adj" fmla="val 16667"/>
            </a:avLst>
          </a:prstGeom>
          <a:solidFill>
            <a:schemeClr val="accent3"/>
          </a:solidFill>
          <a:ln/>
        </p:spPr>
      </p:sp>
      <p:sp>
        <p:nvSpPr>
          <p:cNvPr id="25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5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5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5029" name="Lag Dine overlegg"/>
          <p:cNvSpPr/>
          <p:nvPr/>
        </p:nvSpPr>
        <p:spPr>
          <a:xfrm>
            <a:off x="548640" y="4498848"/>
            <a:ext cx="11094415" cy="384048"/>
          </a:xfrm>
          <a:prstGeom prst="roundRect">
            <a:avLst>
              <a:gd name="adj" fmla="val 16667"/>
            </a:avLst>
          </a:prstGeom>
          <a:solidFill>
            <a:schemeClr val="accent1"/>
          </a:solidFill>
          <a:ln/>
        </p:spPr>
      </p:sp>
      <p:sp>
        <p:nvSpPr>
          <p:cNvPr id="25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5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5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5033" name="Lag Ditt bakgrunnskart"/>
          <p:cNvSpPr/>
          <p:nvPr/>
        </p:nvSpPr>
        <p:spPr>
          <a:xfrm>
            <a:off x="548640" y="4928616"/>
            <a:ext cx="11094415" cy="384048"/>
          </a:xfrm>
          <a:prstGeom prst="roundRect">
            <a:avLst>
              <a:gd name="adj" fmla="val 16667"/>
            </a:avLst>
          </a:prstGeom>
          <a:solidFill>
            <a:schemeClr val="tx2"/>
          </a:solidFill>
          <a:ln/>
        </p:spPr>
      </p:sp>
      <p:sp>
        <p:nvSpPr>
          <p:cNvPr id="25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5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5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5037" name="Lag geocaching.com-kartet"/>
          <p:cNvSpPr/>
          <p:nvPr/>
        </p:nvSpPr>
        <p:spPr>
          <a:xfrm>
            <a:off x="548640" y="5358384"/>
            <a:ext cx="11094415" cy="384048"/>
          </a:xfrm>
          <a:prstGeom prst="roundRect">
            <a:avLst>
              <a:gd name="adj" fmla="val 16667"/>
            </a:avLst>
          </a:prstGeom>
          <a:solidFill>
            <a:schemeClr val="accent5"/>
          </a:solidFill>
          <a:ln/>
        </p:spPr>
      </p:sp>
      <p:sp>
        <p:nvSpPr>
          <p:cNvPr id="25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5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5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5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5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6003" name="Ikon layers sirkel"/>
          <p:cNvSpPr/>
          <p:nvPr/>
        </p:nvSpPr>
        <p:spPr>
          <a:xfrm>
            <a:off x="548640" y="1591056"/>
            <a:ext cx="512064" cy="512064"/>
          </a:xfrm>
          <a:prstGeom prst="ellipse">
            <a:avLst/>
          </a:prstGeom>
          <a:solidFill>
            <a:schemeClr val="accent1"/>
          </a:solidFill>
          <a:ln/>
        </p:spPr>
      </p:sp>
      <p:pic>
        <p:nvPicPr>
          <p:cNvPr id="26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6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6006" name="Ikon eraser sirkel"/>
          <p:cNvSpPr/>
          <p:nvPr/>
        </p:nvSpPr>
        <p:spPr>
          <a:xfrm>
            <a:off x="548640" y="2916936"/>
            <a:ext cx="512064" cy="512064"/>
          </a:xfrm>
          <a:prstGeom prst="ellipse">
            <a:avLst/>
          </a:prstGeom>
          <a:solidFill>
            <a:schemeClr val="accent1"/>
          </a:solidFill>
          <a:ln/>
        </p:spPr>
      </p:sp>
      <p:pic>
        <p:nvPicPr>
          <p:cNvPr id="26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6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6009" name="Ikon ring sirkel"/>
          <p:cNvSpPr/>
          <p:nvPr/>
        </p:nvSpPr>
        <p:spPr>
          <a:xfrm>
            <a:off x="548640" y="4242816"/>
            <a:ext cx="512064" cy="512064"/>
          </a:xfrm>
          <a:prstGeom prst="ellipse">
            <a:avLst/>
          </a:prstGeom>
          <a:solidFill>
            <a:schemeClr val="accent1"/>
          </a:solidFill>
          <a:ln/>
        </p:spPr>
      </p:sp>
      <p:pic>
        <p:nvPicPr>
          <p:cNvPr id="26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6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6012" name="Ikon locate sirkel"/>
          <p:cNvSpPr/>
          <p:nvPr/>
        </p:nvSpPr>
        <p:spPr>
          <a:xfrm>
            <a:off x="6355080" y="1591056"/>
            <a:ext cx="512064" cy="512064"/>
          </a:xfrm>
          <a:prstGeom prst="ellipse">
            <a:avLst/>
          </a:prstGeom>
          <a:solidFill>
            <a:schemeClr val="accent1"/>
          </a:solidFill>
          <a:ln/>
        </p:spPr>
      </p:sp>
      <p:pic>
        <p:nvPicPr>
          <p:cNvPr id="26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6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6015" name="Ikon check sirkel"/>
          <p:cNvSpPr/>
          <p:nvPr/>
        </p:nvSpPr>
        <p:spPr>
          <a:xfrm>
            <a:off x="6355080" y="2916936"/>
            <a:ext cx="512064" cy="512064"/>
          </a:xfrm>
          <a:prstGeom prst="ellipse">
            <a:avLst/>
          </a:prstGeom>
          <a:solidFill>
            <a:schemeClr val="accent1"/>
          </a:solidFill>
          <a:ln/>
        </p:spPr>
      </p:sp>
      <p:pic>
        <p:nvPicPr>
          <p:cNvPr id="26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6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6018" name="Ikon search sirkel"/>
          <p:cNvSpPr/>
          <p:nvPr/>
        </p:nvSpPr>
        <p:spPr>
          <a:xfrm>
            <a:off x="6355080" y="4242816"/>
            <a:ext cx="512064" cy="512064"/>
          </a:xfrm>
          <a:prstGeom prst="ellipse">
            <a:avLst/>
          </a:prstGeom>
          <a:solidFill>
            <a:schemeClr val="accent1"/>
          </a:solidFill>
          <a:ln/>
        </p:spPr>
      </p:sp>
      <p:pic>
        <p:nvPicPr>
          <p:cNvPr id="26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6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6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7003" name="Steg 1"/>
          <p:cNvSpPr/>
          <p:nvPr/>
        </p:nvSpPr>
        <p:spPr>
          <a:xfrm>
            <a:off x="548640" y="1463040"/>
            <a:ext cx="731520" cy="731520"/>
          </a:xfrm>
          <a:prstGeom prst="ellipse">
            <a:avLst/>
          </a:prstGeom>
          <a:solidFill>
            <a:schemeClr val="accent1"/>
          </a:solidFill>
          <a:ln/>
        </p:spPr>
      </p:sp>
      <p:sp>
        <p:nvSpPr>
          <p:cNvPr id="27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7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7006" name="Steg 2"/>
          <p:cNvSpPr/>
          <p:nvPr/>
        </p:nvSpPr>
        <p:spPr>
          <a:xfrm>
            <a:off x="4353458" y="1463040"/>
            <a:ext cx="731520" cy="731520"/>
          </a:xfrm>
          <a:prstGeom prst="ellipse">
            <a:avLst/>
          </a:prstGeom>
          <a:solidFill>
            <a:schemeClr val="accent1"/>
          </a:solidFill>
          <a:ln/>
        </p:spPr>
      </p:sp>
      <p:sp>
        <p:nvSpPr>
          <p:cNvPr id="27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7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7009" name="Steg 3"/>
          <p:cNvSpPr/>
          <p:nvPr/>
        </p:nvSpPr>
        <p:spPr>
          <a:xfrm>
            <a:off x="8158277" y="1463040"/>
            <a:ext cx="731520" cy="731520"/>
          </a:xfrm>
          <a:prstGeom prst="ellipse">
            <a:avLst/>
          </a:prstGeom>
          <a:solidFill>
            <a:schemeClr val="accent1"/>
          </a:solidFill>
          <a:ln/>
        </p:spPr>
      </p:sp>
      <p:sp>
        <p:nvSpPr>
          <p:cNvPr id="27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7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7012" name="Personvern"/>
          <p:cNvSpPr/>
          <p:nvPr/>
        </p:nvSpPr>
        <p:spPr>
          <a:xfrm>
            <a:off x="548640" y="3977640"/>
            <a:ext cx="11094415" cy="1783080"/>
          </a:xfrm>
          <a:prstGeom prst="roundRect">
            <a:avLst>
              <a:gd name="adj" fmla="val 6154"/>
            </a:avLst>
          </a:prstGeom>
          <a:solidFill>
            <a:schemeClr val="bg2"/>
          </a:solidFill>
          <a:ln/>
        </p:spPr>
      </p:sp>
      <p:sp>
        <p:nvSpPr>
          <p:cNvPr id="27013" name="Ikon check sirkel"/>
          <p:cNvSpPr/>
          <p:nvPr/>
        </p:nvSpPr>
        <p:spPr>
          <a:xfrm>
            <a:off x="868680" y="4251960"/>
            <a:ext cx="640080" cy="640080"/>
          </a:xfrm>
          <a:prstGeom prst="ellipse">
            <a:avLst/>
          </a:prstGeom>
          <a:solidFill>
            <a:schemeClr val="accent1"/>
          </a:solidFill>
          <a:ln/>
        </p:spPr>
      </p:sp>
      <p:pic>
        <p:nvPicPr>
          <p:cNvPr id="27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7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7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28001" name=""/>
        <p:cNvGrpSpPr/>
        <p:nvPr/>
      </p:nvGrpSpPr>
      <p:grpSpPr>
        <a:xfrm>
          <a:off x="0" y="0"/>
          <a:ext cx="0" cy="0"/>
          <a:chOff x="0" y="0"/>
          <a:chExt cx="0" cy="0"/>
        </a:xfrm>
      </p:grpSpPr>
      <p:sp>
        <p:nvSpPr>
          <p:cNvPr id="28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8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8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8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2026-10-31T15:58:29Z</dcterms:created>
  <dcterms:modified xsi:type="dcterms:W3CDTF">2026-10-31T15:58:29Z</dcterms:modified>
</cp:coreProperties>
</file>