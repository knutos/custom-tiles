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a94511b9-f84a-a609-2193-9f261441b6e9}">
          <p14:sldIdLst>
            <p14:sldId id="256"/>
            <p14:sldId id="257"/>
          </p14:sldIdLst>
        </p14:section>
        <p14:section name="Funksjoner" id="{61cc43ce-fe19-7bd5-1c1a-b64f58ea2679}">
          <p14:sldIdLst>
            <p14:sldId id="258"/>
            <p14:sldId id="259"/>
            <p14:sldId id="260"/>
            <p14:sldId id="261"/>
            <p14:sldId id="262"/>
            <p14:sldId id="263"/>
            <p14:sldId id="264"/>
            <p14:sldId id="265"/>
            <p14:sldId id="266"/>
            <p14:sldId id="267"/>
            <p14:sldId id="268"/>
          </p14:sldIdLst>
        </p14:section>
        <p14:section name="Teknikk" id="{fa8dfe76-ed76-36a5-8ef4-b7ab91e1cb00}">
          <p14:sldIdLst>
            <p14:sldId id="269"/>
            <p14:sldId id="270"/>
            <p14:sldId id="271"/>
          </p14:sldIdLst>
        </p14:section>
        <p14:section name="Avslutning" id="{7a81dff4-bf10-ec15-a5ca-80db46c14c2d}">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v1.53.0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1.53.0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2026-10-28T13:01:32Z</dcterms:created>
  <dcterms:modified xsi:type="dcterms:W3CDTF">2026-10-28T13:01:32Z</dcterms:modified>
</cp:coreProperties>
</file>