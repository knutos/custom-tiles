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6cc74e2-2bcf-35e9-0a22-7617cd0cb408}">
          <p14:sldIdLst>
            <p14:sldId id="256"/>
            <p14:sldId id="257"/>
          </p14:sldIdLst>
        </p14:section>
        <p14:section name="Features" id="{3776307e-6915-9b77-0b7a-f37935214c8e}">
          <p14:sldIdLst>
            <p14:sldId id="258"/>
            <p14:sldId id="259"/>
            <p14:sldId id="260"/>
            <p14:sldId id="261"/>
            <p14:sldId id="262"/>
            <p14:sldId id="263"/>
            <p14:sldId id="264"/>
            <p14:sldId id="265"/>
            <p14:sldId id="266"/>
            <p14:sldId id="267"/>
            <p14:sldId id="268"/>
          </p14:sldIdLst>
        </p14:section>
        <p14:section name="Technical" id="{bc575a4a-da07-5243-c426-14bb3e11b17f}">
          <p14:sldIdLst>
            <p14:sldId id="269"/>
            <p14:sldId id="270"/>
            <p14:sldId id="271"/>
          </p14:sldIdLst>
        </p14:section>
        <p14:section name="Wrap-up" id="{e1ce5832-9e27-461d-012e-1e4b7f3178ea}">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v1.53.11</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1.53.11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2026-10-28T19:55:20Z</dcterms:created>
  <dcterms:modified xsi:type="dcterms:W3CDTF">2026-10-28T19:55:20Z</dcterms:modified>
</cp:coreProperties>
</file>