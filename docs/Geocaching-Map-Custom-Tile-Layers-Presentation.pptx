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c0b82f8-4f63-42e0-bc1e-04d2386e0496}">
          <p14:sldIdLst>
            <p14:sldId id="256"/>
            <p14:sldId id="257"/>
          </p14:sldIdLst>
        </p14:section>
        <p14:section name="Features" id="{923811d6-4271-da02-e608-b8a9c4d81a72}">
          <p14:sldIdLst>
            <p14:sldId id="258"/>
            <p14:sldId id="259"/>
            <p14:sldId id="260"/>
            <p14:sldId id="261"/>
            <p14:sldId id="262"/>
            <p14:sldId id="263"/>
            <p14:sldId id="264"/>
            <p14:sldId id="265"/>
            <p14:sldId id="266"/>
            <p14:sldId id="267"/>
          </p14:sldIdLst>
        </p14:section>
        <p14:section name="Technical" id="{df0ae72e-1a2a-ebd5-d7fd-9ca81d1fddb3}">
          <p14:sldIdLst>
            <p14:sldId id="268"/>
            <p14:sldId id="269"/>
            <p14:sldId id="270"/>
          </p14:sldIdLst>
        </p14:section>
        <p14:section name="Wrap-up" id="{0ebb1161-fe1a-d441-8d62-3d7b585a4f5e}">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Blue mark with a question mark and a green tick: a solved cache you have found. Small blue dot: physical stage. Small green dot: final location. Your own caches, which the cache search leaves out, are read from the cache pages; there the site's icon and popup are kept, but the hover text becomes “Final location”.</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161 m is the minimum distance between caches in the guidelines. On the old map the script finds the positions from a hidden grid the site loads; on the new maps the exact positions are used.</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the old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Thank you for your attention. Questions?</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v1.51.0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1.51.0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682150" y="548640"/>
            <a:ext cx="2595145"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106004" y="1572768"/>
            <a:ext cx="348312"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between points</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Where something is placed – from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a:t>
            </a:r>
            <a:endParaRPr lang="en-US" sz="1700" dirty="0"/>
          </a:p>
          <a:p>
            <a:pPr indent="0" marL="0">
              <a:spcAft>
                <a:spcPts val="200"/>
              </a:spcAft>
              <a:buNone/>
            </a:pPr>
            <a:r>
              <a:rPr lang="en-US" sz="1400" dirty="0">
                <a:solidFill>
                  <a:schemeClr val="accent4"/>
                </a:solidFill>
              </a:rPr>
              <a:t>Solved caches, also without circles</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Difficulty/terrain below the caches – on/off</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a:t>
            </a:r>
            <a:endParaRPr lang="en-US" sz="1700" dirty="0"/>
          </a:p>
          <a:p>
            <a:pPr indent="0" marL="0">
              <a:spcAft>
                <a:spcPts val="200"/>
              </a:spcAft>
              <a:buNone/>
            </a:pPr>
            <a:r>
              <a:rPr lang="en-US" sz="1400" dirty="0">
                <a:solidFill>
                  <a:schemeClr val="accent4"/>
                </a:solidFill>
              </a:rPr>
              <a:t>♥ and the count above the caches – on/off</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Position, language and the site's buttons</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The layer panel">    </p:cNvPr>
          <p:cNvPicPr>
            <a:picLocks noChangeAspect="1"/>
          </p:cNvPicPr>
          <p:nvPr/>
        </p:nvPicPr>
        <p:blipFill>
          <a:blip r:embed="rId1"/>
          <a:stretch>
            <a:fillRect/>
          </a:stretch>
        </p:blipFill>
        <p:spPr>
          <a:xfrm>
            <a:off x="8599496" y="1527048"/>
            <a:ext cx="206375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the old map. Only before the search has answered is the position worked out from the icon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The route window">    </p:cNvPr>
          <p:cNvPicPr>
            <a:picLocks noChangeAspect="1"/>
          </p:cNvPicPr>
          <p:nvPr/>
        </p:nvPicPr>
        <p:blipFill>
          <a:blip r:embed="rId1"/>
          <a:stretch>
            <a:fillRect/>
          </a:stretch>
        </p:blipFill>
        <p:spPr>
          <a:xfrm>
            <a:off x="7448245" y="1527048"/>
            <a:ext cx="381762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1003" name="Ikon circles sirkel"/>
          <p:cNvSpPr/>
          <p:nvPr/>
        </p:nvSpPr>
        <p:spPr>
          <a:xfrm>
            <a:off x="548640" y="1499616"/>
            <a:ext cx="512064" cy="512064"/>
          </a:xfrm>
          <a:prstGeom prst="ellipse">
            <a:avLst/>
          </a:prstGeom>
          <a:solidFill>
            <a:schemeClr val="accent1"/>
          </a:solidFill>
          <a:ln/>
        </p:spPr>
      </p:sp>
      <p:pic>
        <p:nvPicPr>
          <p:cNvPr id="21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1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1006" name="Ikon check sirkel"/>
          <p:cNvSpPr/>
          <p:nvPr/>
        </p:nvSpPr>
        <p:spPr>
          <a:xfrm>
            <a:off x="548640" y="2642616"/>
            <a:ext cx="512064" cy="512064"/>
          </a:xfrm>
          <a:prstGeom prst="ellipse">
            <a:avLst/>
          </a:prstGeom>
          <a:solidFill>
            <a:schemeClr val="accent1"/>
          </a:solidFill>
          <a:ln/>
        </p:spPr>
      </p:sp>
      <p:pic>
        <p:nvPicPr>
          <p:cNvPr id="21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1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a:t>
            </a:r>
            <a:endParaRPr lang="en-US" sz="1700" dirty="0"/>
          </a:p>
        </p:txBody>
      </p:sp>
      <p:sp>
        <p:nvSpPr>
          <p:cNvPr id="21009" name="Ikon pin sirkel"/>
          <p:cNvSpPr/>
          <p:nvPr/>
        </p:nvSpPr>
        <p:spPr>
          <a:xfrm>
            <a:off x="548640" y="3785616"/>
            <a:ext cx="512064" cy="512064"/>
          </a:xfrm>
          <a:prstGeom prst="ellipse">
            <a:avLst/>
          </a:prstGeom>
          <a:solidFill>
            <a:schemeClr val="accent1"/>
          </a:solidFill>
          <a:ln/>
        </p:spPr>
      </p:sp>
      <p:pic>
        <p:nvPicPr>
          <p:cNvPr id="21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1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1012" name="Ikon ring sirkel"/>
          <p:cNvSpPr/>
          <p:nvPr/>
        </p:nvSpPr>
        <p:spPr>
          <a:xfrm>
            <a:off x="548640" y="4928616"/>
            <a:ext cx="512064" cy="512064"/>
          </a:xfrm>
          <a:prstGeom prst="ellipse">
            <a:avLst/>
          </a:prstGeom>
          <a:solidFill>
            <a:schemeClr val="accent1"/>
          </a:solidFill>
          <a:ln/>
        </p:spPr>
      </p:sp>
      <p:pic>
        <p:nvPicPr>
          <p:cNvPr id="21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1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1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1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1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2003" name="Kort 161 m-sirkler"/>
          <p:cNvSpPr/>
          <p:nvPr/>
        </p:nvSpPr>
        <p:spPr>
          <a:xfrm>
            <a:off x="548640" y="1508760"/>
            <a:ext cx="3484778" cy="4206240"/>
          </a:xfrm>
          <a:prstGeom prst="roundRect">
            <a:avLst>
              <a:gd name="adj" fmla="val 3149"/>
            </a:avLst>
          </a:prstGeom>
          <a:solidFill>
            <a:schemeClr val="bg2"/>
          </a:solidFill>
          <a:ln/>
        </p:spPr>
      </p:sp>
      <p:sp>
        <p:nvSpPr>
          <p:cNvPr id="22004" name="Ikon circles sirkel"/>
          <p:cNvSpPr/>
          <p:nvPr/>
        </p:nvSpPr>
        <p:spPr>
          <a:xfrm>
            <a:off x="914400" y="1920240"/>
            <a:ext cx="822960" cy="822960"/>
          </a:xfrm>
          <a:prstGeom prst="ellipse">
            <a:avLst/>
          </a:prstGeom>
          <a:solidFill>
            <a:schemeClr val="accent1"/>
          </a:solidFill>
          <a:ln/>
        </p:spPr>
      </p:sp>
      <p:pic>
        <p:nvPicPr>
          <p:cNvPr id="22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2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2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2008" name="Kort Cachesider"/>
          <p:cNvSpPr/>
          <p:nvPr/>
        </p:nvSpPr>
        <p:spPr>
          <a:xfrm>
            <a:off x="4353458" y="1508760"/>
            <a:ext cx="3484778" cy="4206240"/>
          </a:xfrm>
          <a:prstGeom prst="roundRect">
            <a:avLst>
              <a:gd name="adj" fmla="val 3149"/>
            </a:avLst>
          </a:prstGeom>
          <a:solidFill>
            <a:schemeClr val="bg2"/>
          </a:solidFill>
          <a:ln/>
        </p:spPr>
      </p:sp>
      <p:sp>
        <p:nvSpPr>
          <p:cNvPr id="22009" name="Ikon layers sirkel"/>
          <p:cNvSpPr/>
          <p:nvPr/>
        </p:nvSpPr>
        <p:spPr>
          <a:xfrm>
            <a:off x="4719218" y="1920240"/>
            <a:ext cx="822960" cy="822960"/>
          </a:xfrm>
          <a:prstGeom prst="ellipse">
            <a:avLst/>
          </a:prstGeom>
          <a:solidFill>
            <a:schemeClr val="accent1"/>
          </a:solidFill>
          <a:ln/>
        </p:spPr>
      </p:sp>
      <p:pic>
        <p:nvPicPr>
          <p:cNvPr id="22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2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2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2013" name="Kort Hjem"/>
          <p:cNvSpPr/>
          <p:nvPr/>
        </p:nvSpPr>
        <p:spPr>
          <a:xfrm>
            <a:off x="8158277" y="1508760"/>
            <a:ext cx="3484778" cy="4206240"/>
          </a:xfrm>
          <a:prstGeom prst="roundRect">
            <a:avLst>
              <a:gd name="adj" fmla="val 3149"/>
            </a:avLst>
          </a:prstGeom>
          <a:solidFill>
            <a:schemeClr val="bg2"/>
          </a:solidFill>
          <a:ln/>
        </p:spPr>
      </p:sp>
      <p:sp>
        <p:nvSpPr>
          <p:cNvPr id="22014" name="Ikon home sirkel"/>
          <p:cNvSpPr/>
          <p:nvPr/>
        </p:nvSpPr>
        <p:spPr>
          <a:xfrm>
            <a:off x="8524037" y="1920240"/>
            <a:ext cx="822960" cy="822960"/>
          </a:xfrm>
          <a:prstGeom prst="ellipse">
            <a:avLst/>
          </a:prstGeom>
          <a:solidFill>
            <a:schemeClr val="accent1"/>
          </a:solidFill>
          <a:ln/>
        </p:spPr>
      </p:sp>
      <p:pic>
        <p:nvPicPr>
          <p:cNvPr id="22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2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2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3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3004" name="Lag Kontroller"/>
          <p:cNvSpPr/>
          <p:nvPr/>
        </p:nvSpPr>
        <p:spPr>
          <a:xfrm>
            <a:off x="548640" y="1517904"/>
            <a:ext cx="11094415" cy="384048"/>
          </a:xfrm>
          <a:prstGeom prst="roundRect">
            <a:avLst>
              <a:gd name="adj" fmla="val 16667"/>
            </a:avLst>
          </a:prstGeom>
          <a:solidFill>
            <a:schemeClr val="bg2"/>
          </a:solidFill>
          <a:ln/>
        </p:spPr>
      </p:sp>
      <p:sp>
        <p:nvSpPr>
          <p:cNvPr id="23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3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3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3008" name="Lag Bobler"/>
          <p:cNvSpPr/>
          <p:nvPr/>
        </p:nvSpPr>
        <p:spPr>
          <a:xfrm>
            <a:off x="548640" y="1947672"/>
            <a:ext cx="11094415" cy="384048"/>
          </a:xfrm>
          <a:prstGeom prst="roundRect">
            <a:avLst>
              <a:gd name="adj" fmla="val 16667"/>
            </a:avLst>
          </a:prstGeom>
          <a:solidFill>
            <a:schemeClr val="bg2"/>
          </a:solidFill>
          <a:ln/>
        </p:spPr>
      </p:sp>
      <p:sp>
        <p:nvSpPr>
          <p:cNvPr id="23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3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3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3012" name="Lag Markører"/>
          <p:cNvSpPr/>
          <p:nvPr/>
        </p:nvSpPr>
        <p:spPr>
          <a:xfrm>
            <a:off x="548640" y="2377440"/>
            <a:ext cx="11094415" cy="384048"/>
          </a:xfrm>
          <a:prstGeom prst="roundRect">
            <a:avLst>
              <a:gd name="adj" fmla="val 16667"/>
            </a:avLst>
          </a:prstGeom>
          <a:solidFill>
            <a:schemeClr val="bg2"/>
          </a:solidFill>
          <a:ln/>
        </p:spPr>
      </p:sp>
      <p:sp>
        <p:nvSpPr>
          <p:cNvPr id="23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3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3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3016" name="Lag Tegninger"/>
          <p:cNvSpPr/>
          <p:nvPr/>
        </p:nvSpPr>
        <p:spPr>
          <a:xfrm>
            <a:off x="548640" y="2807208"/>
            <a:ext cx="11094415" cy="384048"/>
          </a:xfrm>
          <a:prstGeom prst="roundRect">
            <a:avLst>
              <a:gd name="adj" fmla="val 16667"/>
            </a:avLst>
          </a:prstGeom>
          <a:solidFill>
            <a:schemeClr val="bg2"/>
          </a:solidFill>
          <a:ln/>
        </p:spPr>
      </p:sp>
      <p:sp>
        <p:nvSpPr>
          <p:cNvPr id="23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3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3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3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3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3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3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3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3025" name="Lag Forhåndsvisning"/>
          <p:cNvSpPr/>
          <p:nvPr/>
        </p:nvSpPr>
        <p:spPr>
          <a:xfrm>
            <a:off x="548640" y="4069080"/>
            <a:ext cx="11094415" cy="384048"/>
          </a:xfrm>
          <a:prstGeom prst="roundRect">
            <a:avLst>
              <a:gd name="adj" fmla="val 16667"/>
            </a:avLst>
          </a:prstGeom>
          <a:solidFill>
            <a:schemeClr val="accent3"/>
          </a:solidFill>
          <a:ln/>
        </p:spPr>
      </p:sp>
      <p:sp>
        <p:nvSpPr>
          <p:cNvPr id="23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3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3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3029" name="Lag Dine overlegg"/>
          <p:cNvSpPr/>
          <p:nvPr/>
        </p:nvSpPr>
        <p:spPr>
          <a:xfrm>
            <a:off x="548640" y="4498848"/>
            <a:ext cx="11094415" cy="384048"/>
          </a:xfrm>
          <a:prstGeom prst="roundRect">
            <a:avLst>
              <a:gd name="adj" fmla="val 16667"/>
            </a:avLst>
          </a:prstGeom>
          <a:solidFill>
            <a:schemeClr val="accent1"/>
          </a:solidFill>
          <a:ln/>
        </p:spPr>
      </p:sp>
      <p:sp>
        <p:nvSpPr>
          <p:cNvPr id="23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3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3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3033" name="Lag Ditt bakgrunnskart"/>
          <p:cNvSpPr/>
          <p:nvPr/>
        </p:nvSpPr>
        <p:spPr>
          <a:xfrm>
            <a:off x="548640" y="4928616"/>
            <a:ext cx="11094415" cy="384048"/>
          </a:xfrm>
          <a:prstGeom prst="roundRect">
            <a:avLst>
              <a:gd name="adj" fmla="val 16667"/>
            </a:avLst>
          </a:prstGeom>
          <a:solidFill>
            <a:schemeClr val="tx2"/>
          </a:solidFill>
          <a:ln/>
        </p:spPr>
      </p:sp>
      <p:sp>
        <p:nvSpPr>
          <p:cNvPr id="23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3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3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3037" name="Lag geocaching.com-kartet"/>
          <p:cNvSpPr/>
          <p:nvPr/>
        </p:nvSpPr>
        <p:spPr>
          <a:xfrm>
            <a:off x="548640" y="5358384"/>
            <a:ext cx="11094415" cy="384048"/>
          </a:xfrm>
          <a:prstGeom prst="roundRect">
            <a:avLst>
              <a:gd name="adj" fmla="val 16667"/>
            </a:avLst>
          </a:prstGeom>
          <a:solidFill>
            <a:schemeClr val="accent5"/>
          </a:solidFill>
          <a:ln/>
        </p:spPr>
      </p:sp>
      <p:sp>
        <p:nvSpPr>
          <p:cNvPr id="23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3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3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3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3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4003" name="Ikon layers sirkel"/>
          <p:cNvSpPr/>
          <p:nvPr/>
        </p:nvSpPr>
        <p:spPr>
          <a:xfrm>
            <a:off x="548640" y="1591056"/>
            <a:ext cx="512064" cy="512064"/>
          </a:xfrm>
          <a:prstGeom prst="ellipse">
            <a:avLst/>
          </a:prstGeom>
          <a:solidFill>
            <a:schemeClr val="accent1"/>
          </a:solidFill>
          <a:ln/>
        </p:spPr>
      </p:sp>
      <p:pic>
        <p:nvPicPr>
          <p:cNvPr id="24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4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4006" name="Ikon eraser sirkel"/>
          <p:cNvSpPr/>
          <p:nvPr/>
        </p:nvSpPr>
        <p:spPr>
          <a:xfrm>
            <a:off x="548640" y="2916936"/>
            <a:ext cx="512064" cy="512064"/>
          </a:xfrm>
          <a:prstGeom prst="ellipse">
            <a:avLst/>
          </a:prstGeom>
          <a:solidFill>
            <a:schemeClr val="accent1"/>
          </a:solidFill>
          <a:ln/>
        </p:spPr>
      </p:sp>
      <p:pic>
        <p:nvPicPr>
          <p:cNvPr id="24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4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4009" name="Ikon ring sirkel"/>
          <p:cNvSpPr/>
          <p:nvPr/>
        </p:nvSpPr>
        <p:spPr>
          <a:xfrm>
            <a:off x="548640" y="4242816"/>
            <a:ext cx="512064" cy="512064"/>
          </a:xfrm>
          <a:prstGeom prst="ellipse">
            <a:avLst/>
          </a:prstGeom>
          <a:solidFill>
            <a:schemeClr val="accent1"/>
          </a:solidFill>
          <a:ln/>
        </p:spPr>
      </p:sp>
      <p:pic>
        <p:nvPicPr>
          <p:cNvPr id="24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4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4012" name="Ikon locate sirkel"/>
          <p:cNvSpPr/>
          <p:nvPr/>
        </p:nvSpPr>
        <p:spPr>
          <a:xfrm>
            <a:off x="6355080" y="1591056"/>
            <a:ext cx="512064" cy="512064"/>
          </a:xfrm>
          <a:prstGeom prst="ellipse">
            <a:avLst/>
          </a:prstGeom>
          <a:solidFill>
            <a:schemeClr val="accent1"/>
          </a:solidFill>
          <a:ln/>
        </p:spPr>
      </p:sp>
      <p:pic>
        <p:nvPicPr>
          <p:cNvPr id="24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4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4015" name="Ikon check sirkel"/>
          <p:cNvSpPr/>
          <p:nvPr/>
        </p:nvSpPr>
        <p:spPr>
          <a:xfrm>
            <a:off x="6355080" y="2916936"/>
            <a:ext cx="512064" cy="512064"/>
          </a:xfrm>
          <a:prstGeom prst="ellipse">
            <a:avLst/>
          </a:prstGeom>
          <a:solidFill>
            <a:schemeClr val="accent1"/>
          </a:solidFill>
          <a:ln/>
        </p:spPr>
      </p:sp>
      <p:pic>
        <p:nvPicPr>
          <p:cNvPr id="24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4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4018" name="Ikon search sirkel"/>
          <p:cNvSpPr/>
          <p:nvPr/>
        </p:nvSpPr>
        <p:spPr>
          <a:xfrm>
            <a:off x="6355080" y="4242816"/>
            <a:ext cx="512064" cy="512064"/>
          </a:xfrm>
          <a:prstGeom prst="ellipse">
            <a:avLst/>
          </a:prstGeom>
          <a:solidFill>
            <a:schemeClr val="accent1"/>
          </a:solidFill>
          <a:ln/>
        </p:spPr>
      </p:sp>
      <p:pic>
        <p:nvPicPr>
          <p:cNvPr id="24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4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4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5003" name="Steg 1"/>
          <p:cNvSpPr/>
          <p:nvPr/>
        </p:nvSpPr>
        <p:spPr>
          <a:xfrm>
            <a:off x="548640" y="1463040"/>
            <a:ext cx="731520" cy="731520"/>
          </a:xfrm>
          <a:prstGeom prst="ellipse">
            <a:avLst/>
          </a:prstGeom>
          <a:solidFill>
            <a:schemeClr val="accent1"/>
          </a:solidFill>
          <a:ln/>
        </p:spPr>
      </p:sp>
      <p:sp>
        <p:nvSpPr>
          <p:cNvPr id="25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5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5006" name="Steg 2"/>
          <p:cNvSpPr/>
          <p:nvPr/>
        </p:nvSpPr>
        <p:spPr>
          <a:xfrm>
            <a:off x="4353458" y="1463040"/>
            <a:ext cx="731520" cy="731520"/>
          </a:xfrm>
          <a:prstGeom prst="ellipse">
            <a:avLst/>
          </a:prstGeom>
          <a:solidFill>
            <a:schemeClr val="accent1"/>
          </a:solidFill>
          <a:ln/>
        </p:spPr>
      </p:sp>
      <p:sp>
        <p:nvSpPr>
          <p:cNvPr id="25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5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5009" name="Steg 3"/>
          <p:cNvSpPr/>
          <p:nvPr/>
        </p:nvSpPr>
        <p:spPr>
          <a:xfrm>
            <a:off x="8158277" y="1463040"/>
            <a:ext cx="731520" cy="731520"/>
          </a:xfrm>
          <a:prstGeom prst="ellipse">
            <a:avLst/>
          </a:prstGeom>
          <a:solidFill>
            <a:schemeClr val="accent1"/>
          </a:solidFill>
          <a:ln/>
        </p:spPr>
      </p:sp>
      <p:sp>
        <p:nvSpPr>
          <p:cNvPr id="25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5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5012" name="Personvern"/>
          <p:cNvSpPr/>
          <p:nvPr/>
        </p:nvSpPr>
        <p:spPr>
          <a:xfrm>
            <a:off x="548640" y="3977640"/>
            <a:ext cx="11094415" cy="1783080"/>
          </a:xfrm>
          <a:prstGeom prst="roundRect">
            <a:avLst>
              <a:gd name="adj" fmla="val 6154"/>
            </a:avLst>
          </a:prstGeom>
          <a:solidFill>
            <a:schemeClr val="bg2"/>
          </a:solidFill>
          <a:ln/>
        </p:spPr>
      </p:sp>
      <p:sp>
        <p:nvSpPr>
          <p:cNvPr id="25013" name="Ikon check sirkel"/>
          <p:cNvSpPr/>
          <p:nvPr/>
        </p:nvSpPr>
        <p:spPr>
          <a:xfrm>
            <a:off x="868680" y="4251960"/>
            <a:ext cx="640080" cy="640080"/>
          </a:xfrm>
          <a:prstGeom prst="ellipse">
            <a:avLst/>
          </a:prstGeom>
          <a:solidFill>
            <a:schemeClr val="accent1"/>
          </a:solidFill>
          <a:ln/>
        </p:spPr>
      </p:sp>
      <p:pic>
        <p:nvPicPr>
          <p:cNvPr id="25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5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5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6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6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6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2026-10-28T11:40:28Z</dcterms:created>
  <dcterms:modified xsi:type="dcterms:W3CDTF">2026-10-28T11:40:28Z</dcterms:modified>
</cp:coreProperties>
</file>