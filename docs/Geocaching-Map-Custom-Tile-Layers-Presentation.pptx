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703c21a-5ec2-d8d1-6b35-488ecb1e7cfe}">
          <p14:sldIdLst>
            <p14:sldId id="256"/>
            <p14:sldId id="257"/>
          </p14:sldIdLst>
        </p14:section>
        <p14:section name="Features" id="{8774f726-00a5-0fdb-391c-b05d5342a077}">
          <p14:sldIdLst>
            <p14:sldId id="258"/>
            <p14:sldId id="259"/>
            <p14:sldId id="260"/>
            <p14:sldId id="261"/>
            <p14:sldId id="262"/>
            <p14:sldId id="263"/>
            <p14:sldId id="264"/>
            <p14:sldId id="265"/>
            <p14:sldId id="266"/>
            <p14:sldId id="267"/>
            <p14:sldId id="268"/>
          </p14:sldIdLst>
        </p14:section>
        <p14:section name="Technical" id="{9dcee35f-c4aa-f21b-859d-86e88d9ccf80}">
          <p14:sldIdLst>
            <p14:sldId id="269"/>
            <p14:sldId id="270"/>
            <p14:sldId id="271"/>
          </p14:sldIdLst>
        </p14:section>
        <p14:section name="Wrap-up" id="{99335f9a-9c57-1e65-4cf5-b1ed72eccaf4}">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the old map (/map); the new 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the old map the script finds the positions from a hidden grid the site loads; on the new maps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the old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v1.53.0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1.53.0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(old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the old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2026-10-28T12:52:14Z</dcterms:created>
  <dcterms:modified xsi:type="dcterms:W3CDTF">2026-10-28T12:52:14Z</dcterms:modified>
</cp:coreProperties>
</file>