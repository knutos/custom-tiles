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3d19c72-84f5-6a26-43c5-401ca4930eb8}">
          <p14:sldIdLst>
            <p14:sldId id="256"/>
            <p14:sldId id="257"/>
          </p14:sldIdLst>
        </p14:section>
        <p14:section name="Features" id="{14352c71-d5b1-cd8a-ace7-6798ab4f7bf2}">
          <p14:sldIdLst>
            <p14:sldId id="258"/>
            <p14:sldId id="259"/>
            <p14:sldId id="260"/>
            <p14:sldId id="261"/>
            <p14:sldId id="262"/>
            <p14:sldId id="263"/>
            <p14:sldId id="264"/>
            <p14:sldId id="265"/>
            <p14:sldId id="266"/>
            <p14:sldId id="267"/>
            <p14:sldId id="268"/>
          </p14:sldIdLst>
        </p14:section>
        <p14:section name="Technical" id="{c3b23677-c3b7-8e32-f9b3-8cb8bf206f26}">
          <p14:sldIdLst>
            <p14:sldId id="269"/>
            <p14:sldId id="270"/>
            <p14:sldId id="271"/>
          </p14:sldIdLst>
        </p14:section>
        <p14:section name="Wrap-up" id="{af25b316-6380-396a-0f9c-1298bccd051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 Solved caches you haven't found get a small type icon at the bottom right of the site's “solved” icon, since it doesn't show the cache type. The map layers panel, search and settings open where you last dragged them.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v1.54.47</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1.54.47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 a small type icon shows the cache type</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2026-10-30T13:38:42Z</dcterms:created>
  <dcterms:modified xsi:type="dcterms:W3CDTF">2026-10-30T13:38:42Z</dcterms:modified>
</cp:coreProperties>
</file>