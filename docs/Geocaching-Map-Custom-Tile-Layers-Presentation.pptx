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6f0689-3ace-0d1b-b399-a6b2362fd8c9}">
          <p14:sldIdLst>
            <p14:sldId id="256"/>
            <p14:sldId id="257"/>
          </p14:sldIdLst>
        </p14:section>
        <p14:section name="Features" id="{d6879827-29e5-8f71-3d58-34d616af3a9e}">
          <p14:sldIdLst>
            <p14:sldId id="258"/>
            <p14:sldId id="259"/>
            <p14:sldId id="260"/>
            <p14:sldId id="261"/>
            <p14:sldId id="262"/>
            <p14:sldId id="263"/>
            <p14:sldId id="264"/>
            <p14:sldId id="265"/>
            <p14:sldId id="266"/>
            <p14:sldId id="267"/>
            <p14:sldId id="268"/>
          </p14:sldIdLst>
        </p14:section>
        <p14:section name="Technical" id="{4e6d8048-600a-6927-139b-24e58843878a}">
          <p14:sldIdLst>
            <p14:sldId id="269"/>
            <p14:sldId id="270"/>
            <p14:sldId id="271"/>
          </p14:sldIdLst>
        </p14:section>
        <p14:section name="Wrap-up" id="{b31db0d9-21a3-0516-32cb-d3bc04048ab1}">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Yellow smiley with a green tick: a solved cache you have found. Blue mark with a question mark: a solved cache whose icon is not on the map. Small blue dot: physical stage. Small green dot: final location. Your own caches, which the cache search leaves out, are read from the cache pages; there the site's icon and popup are kept, but the hover text becomes “Final location”. A small type icon can be shown at the bottom right of solved caches – on the site's “solved” icon and on our marks – since the “solved” icon doesn't show the cache type (Settings, off by default). The map layers panel, search and settings open where you last dragged them.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v1.54.53</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1.54.53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 a small type icon can show the cache type</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2026-10-31T15:31:42Z</dcterms:created>
  <dcterms:modified xsi:type="dcterms:W3CDTF">2026-10-31T15:31:42Z</dcterms:modified>
</cp:coreProperties>
</file>