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5dffdb3-939c-517e-3def-ddcdec79030f}">
          <p14:sldIdLst>
            <p14:sldId id="256"/>
            <p14:sldId id="257"/>
          </p14:sldIdLst>
        </p14:section>
        <p14:section name="Features" id="{8163015b-bac2-164b-eaf1-98ea007a0990}">
          <p14:sldIdLst>
            <p14:sldId id="258"/>
            <p14:sldId id="259"/>
            <p14:sldId id="260"/>
            <p14:sldId id="261"/>
            <p14:sldId id="262"/>
            <p14:sldId id="263"/>
            <p14:sldId id="264"/>
            <p14:sldId id="265"/>
            <p14:sldId id="266"/>
            <p14:sldId id="267"/>
            <p14:sldId id="268"/>
          </p14:sldIdLst>
        </p14:section>
        <p14:section name="Technical" id="{3a3c0e3e-5e3c-4878-a7c2-52ba7533449b}">
          <p14:sldIdLst>
            <p14:sldId id="269"/>
            <p14:sldId id="270"/>
            <p14:sldId id="271"/>
          </p14:sldIdLst>
        </p14:section>
        <p14:section name="Wrap-up" id="{982cbc9b-ede8-5089-5afa-bab48e540103}">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v1.54.19</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1.54.19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2026-10-29T07:50:19Z</dcterms:created>
  <dcterms:modified xsi:type="dcterms:W3CDTF">2026-10-29T07:50:19Z</dcterms:modified>
</cp:coreProperties>
</file>